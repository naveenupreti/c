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63" r:id="rId2"/>
    <p:sldId id="322" r:id="rId3"/>
    <p:sldId id="298" r:id="rId4"/>
    <p:sldId id="264" r:id="rId5"/>
    <p:sldId id="265" r:id="rId6"/>
    <p:sldId id="266" r:id="rId7"/>
    <p:sldId id="325" r:id="rId8"/>
    <p:sldId id="324" r:id="rId9"/>
    <p:sldId id="267" r:id="rId10"/>
    <p:sldId id="294" r:id="rId11"/>
    <p:sldId id="295" r:id="rId12"/>
    <p:sldId id="300" r:id="rId13"/>
    <p:sldId id="296" r:id="rId14"/>
    <p:sldId id="269" r:id="rId15"/>
    <p:sldId id="281" r:id="rId16"/>
    <p:sldId id="282" r:id="rId17"/>
    <p:sldId id="278" r:id="rId18"/>
    <p:sldId id="280" r:id="rId19"/>
    <p:sldId id="297" r:id="rId20"/>
    <p:sldId id="299" r:id="rId21"/>
    <p:sldId id="316" r:id="rId22"/>
    <p:sldId id="321" r:id="rId23"/>
    <p:sldId id="320" r:id="rId24"/>
    <p:sldId id="319" r:id="rId25"/>
    <p:sldId id="301" r:id="rId26"/>
    <p:sldId id="271" r:id="rId27"/>
    <p:sldId id="272" r:id="rId28"/>
    <p:sldId id="287" r:id="rId29"/>
    <p:sldId id="273" r:id="rId30"/>
    <p:sldId id="288" r:id="rId31"/>
    <p:sldId id="285" r:id="rId32"/>
    <p:sldId id="286" r:id="rId33"/>
    <p:sldId id="289" r:id="rId34"/>
    <p:sldId id="284" r:id="rId35"/>
    <p:sldId id="290" r:id="rId36"/>
    <p:sldId id="274" r:id="rId37"/>
    <p:sldId id="323" r:id="rId38"/>
    <p:sldId id="302" r:id="rId39"/>
    <p:sldId id="303" r:id="rId40"/>
    <p:sldId id="309" r:id="rId41"/>
    <p:sldId id="310" r:id="rId42"/>
    <p:sldId id="304" r:id="rId43"/>
    <p:sldId id="311" r:id="rId44"/>
    <p:sldId id="312" r:id="rId45"/>
    <p:sldId id="313" r:id="rId46"/>
    <p:sldId id="305" r:id="rId47"/>
    <p:sldId id="314" r:id="rId48"/>
    <p:sldId id="306" r:id="rId49"/>
    <p:sldId id="307" r:id="rId50"/>
    <p:sldId id="315" r:id="rId51"/>
    <p:sldId id="308" r:id="rId52"/>
    <p:sldId id="318" r:id="rId53"/>
    <p:sldId id="317" r:id="rId5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6" d="100"/>
          <a:sy n="76" d="100"/>
        </p:scale>
        <p:origin x="1157"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712D2413-919D-BF1C-1B3F-8B3D1AC9105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25603" name="Rectangle 3">
            <a:extLst>
              <a:ext uri="{FF2B5EF4-FFF2-40B4-BE49-F238E27FC236}">
                <a16:creationId xmlns:a16="http://schemas.microsoft.com/office/drawing/2014/main" id="{A4E2F907-E0C6-99ED-51C6-8C7F1F6B0B8D}"/>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25604" name="Rectangle 4">
            <a:extLst>
              <a:ext uri="{FF2B5EF4-FFF2-40B4-BE49-F238E27FC236}">
                <a16:creationId xmlns:a16="http://schemas.microsoft.com/office/drawing/2014/main" id="{D889C175-6B1E-DB2A-89F0-2C209ED9D8E6}"/>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5605" name="Rectangle 5">
            <a:extLst>
              <a:ext uri="{FF2B5EF4-FFF2-40B4-BE49-F238E27FC236}">
                <a16:creationId xmlns:a16="http://schemas.microsoft.com/office/drawing/2014/main" id="{8AF8843D-FA95-1401-91CA-7A264A167349}"/>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5606" name="Rectangle 6">
            <a:extLst>
              <a:ext uri="{FF2B5EF4-FFF2-40B4-BE49-F238E27FC236}">
                <a16:creationId xmlns:a16="http://schemas.microsoft.com/office/drawing/2014/main" id="{A40ADDD0-4D34-B2DD-6108-F97294B3088A}"/>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25607" name="Rectangle 7">
            <a:extLst>
              <a:ext uri="{FF2B5EF4-FFF2-40B4-BE49-F238E27FC236}">
                <a16:creationId xmlns:a16="http://schemas.microsoft.com/office/drawing/2014/main" id="{FB709643-730C-272E-5E82-77E27A907725}"/>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EAA0BF1E-73A9-4749-8A15-BB81D69A96E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36BBE-0357-BE2C-09BC-36BFEAB8AAE2}"/>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48CC20-0146-592D-E77B-42E73F7C4273}"/>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0E9386-5733-7E2D-9211-F468257C1B48}"/>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C320D114-94C6-22BD-5739-A901F31A7863}"/>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91FCF12-20D4-3213-A94D-C038DA6A844D}"/>
              </a:ext>
            </a:extLst>
          </p:cNvPr>
          <p:cNvSpPr>
            <a:spLocks noGrp="1"/>
          </p:cNvSpPr>
          <p:nvPr>
            <p:ph type="sldNum" sz="quarter" idx="12"/>
          </p:nvPr>
        </p:nvSpPr>
        <p:spPr/>
        <p:txBody>
          <a:bodyPr/>
          <a:lstStyle>
            <a:lvl1pPr>
              <a:defRPr/>
            </a:lvl1pPr>
          </a:lstStyle>
          <a:p>
            <a:fld id="{5A4E6190-BCBE-442C-B624-79A904DD65B9}" type="slidenum">
              <a:rPr lang="en-US" altLang="en-US"/>
              <a:pPr/>
              <a:t>‹#›</a:t>
            </a:fld>
            <a:endParaRPr lang="en-US" altLang="en-US"/>
          </a:p>
        </p:txBody>
      </p:sp>
    </p:spTree>
    <p:extLst>
      <p:ext uri="{BB962C8B-B14F-4D97-AF65-F5344CB8AC3E}">
        <p14:creationId xmlns:p14="http://schemas.microsoft.com/office/powerpoint/2010/main" val="1998439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18E1A-0F9C-07D9-345A-50A755647B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A7CC63-4F3F-DBEF-D597-3CAD09CD43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FEE68-12DA-CC32-B409-67C2AC915A8B}"/>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F72A815-7599-45B1-99E6-B269EB0B579D}"/>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110A4C2-E6AE-85D1-67A4-AE3609A9E96B}"/>
              </a:ext>
            </a:extLst>
          </p:cNvPr>
          <p:cNvSpPr>
            <a:spLocks noGrp="1"/>
          </p:cNvSpPr>
          <p:nvPr>
            <p:ph type="sldNum" sz="quarter" idx="12"/>
          </p:nvPr>
        </p:nvSpPr>
        <p:spPr/>
        <p:txBody>
          <a:bodyPr/>
          <a:lstStyle>
            <a:lvl1pPr>
              <a:defRPr/>
            </a:lvl1pPr>
          </a:lstStyle>
          <a:p>
            <a:fld id="{EFD5EEF8-0D44-43E0-B14B-FD49C9266DB9}" type="slidenum">
              <a:rPr lang="en-US" altLang="en-US"/>
              <a:pPr/>
              <a:t>‹#›</a:t>
            </a:fld>
            <a:endParaRPr lang="en-US" altLang="en-US"/>
          </a:p>
        </p:txBody>
      </p:sp>
    </p:spTree>
    <p:extLst>
      <p:ext uri="{BB962C8B-B14F-4D97-AF65-F5344CB8AC3E}">
        <p14:creationId xmlns:p14="http://schemas.microsoft.com/office/powerpoint/2010/main" val="1707713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6D3F3-2D06-7869-46E9-1F993C0D523A}"/>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F7FBA9-1BBD-07D5-7FAF-659DA3B447C0}"/>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6AC05AD7-205D-1877-8505-C1A1AB8F5FAA}"/>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BD7DF54C-57BC-9017-580B-C29E88CA6808}"/>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4CAA44FB-9A62-3357-F0DE-444026FB1BDA}"/>
              </a:ext>
            </a:extLst>
          </p:cNvPr>
          <p:cNvSpPr>
            <a:spLocks noGrp="1"/>
          </p:cNvSpPr>
          <p:nvPr>
            <p:ph type="sldNum" sz="quarter" idx="12"/>
          </p:nvPr>
        </p:nvSpPr>
        <p:spPr/>
        <p:txBody>
          <a:bodyPr/>
          <a:lstStyle>
            <a:lvl1pPr>
              <a:defRPr/>
            </a:lvl1pPr>
          </a:lstStyle>
          <a:p>
            <a:fld id="{71B35E68-0F6F-4424-A5BD-A10085B890E5}" type="slidenum">
              <a:rPr lang="en-US" altLang="en-US"/>
              <a:pPr/>
              <a:t>‹#›</a:t>
            </a:fld>
            <a:endParaRPr lang="en-US" altLang="en-US"/>
          </a:p>
        </p:txBody>
      </p:sp>
    </p:spTree>
    <p:extLst>
      <p:ext uri="{BB962C8B-B14F-4D97-AF65-F5344CB8AC3E}">
        <p14:creationId xmlns:p14="http://schemas.microsoft.com/office/powerpoint/2010/main" val="1781055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C46E4-A503-3181-6198-A1C2D12B30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C6EA0D-F417-4670-6CF8-CFF4E4FFAC2B}"/>
              </a:ext>
            </a:extLst>
          </p:cNvPr>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2FDD84-8E9F-E605-EA14-A1B99914CBD2}"/>
              </a:ext>
            </a:extLst>
          </p:cNvPr>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B8C136-3ECE-09A6-DFED-A929DD55DF99}"/>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E0DA2C5B-11B1-E26A-20D8-4C896B9F7344}"/>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BF7E31F8-9A67-AE17-2BA9-5E4E258E3C23}"/>
              </a:ext>
            </a:extLst>
          </p:cNvPr>
          <p:cNvSpPr>
            <a:spLocks noGrp="1"/>
          </p:cNvSpPr>
          <p:nvPr>
            <p:ph type="sldNum" sz="quarter" idx="12"/>
          </p:nvPr>
        </p:nvSpPr>
        <p:spPr/>
        <p:txBody>
          <a:bodyPr/>
          <a:lstStyle>
            <a:lvl1pPr>
              <a:defRPr/>
            </a:lvl1pPr>
          </a:lstStyle>
          <a:p>
            <a:fld id="{6DF5C113-00DA-430B-AB42-A77609FFCC46}" type="slidenum">
              <a:rPr lang="en-US" altLang="en-US"/>
              <a:pPr/>
              <a:t>‹#›</a:t>
            </a:fld>
            <a:endParaRPr lang="en-US" altLang="en-US"/>
          </a:p>
        </p:txBody>
      </p:sp>
    </p:spTree>
    <p:extLst>
      <p:ext uri="{BB962C8B-B14F-4D97-AF65-F5344CB8AC3E}">
        <p14:creationId xmlns:p14="http://schemas.microsoft.com/office/powerpoint/2010/main" val="1127122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C2B6-0826-EBDF-EF2C-D2CF8FB0A5A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CEC9D5-A31D-B5EC-A98B-0DA95538E855}"/>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C124F1-B1B5-0FCB-1AA9-B21E2A6E82DF}"/>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A197AC-4AE6-51E1-6A0F-90686FD2A0DF}"/>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208C36-4A88-D48A-3161-3A184091829C}"/>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D43F8-62EB-C997-8488-F93B242AA077}"/>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2AC733A3-463F-635D-280D-ACD54723CA32}"/>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93AB8E20-901F-B47A-3E26-C00DA57A4200}"/>
              </a:ext>
            </a:extLst>
          </p:cNvPr>
          <p:cNvSpPr>
            <a:spLocks noGrp="1"/>
          </p:cNvSpPr>
          <p:nvPr>
            <p:ph type="sldNum" sz="quarter" idx="12"/>
          </p:nvPr>
        </p:nvSpPr>
        <p:spPr/>
        <p:txBody>
          <a:bodyPr/>
          <a:lstStyle>
            <a:lvl1pPr>
              <a:defRPr/>
            </a:lvl1pPr>
          </a:lstStyle>
          <a:p>
            <a:fld id="{4D66E890-4270-402A-AB08-E417F9AF3AB5}" type="slidenum">
              <a:rPr lang="en-US" altLang="en-US"/>
              <a:pPr/>
              <a:t>‹#›</a:t>
            </a:fld>
            <a:endParaRPr lang="en-US" altLang="en-US"/>
          </a:p>
        </p:txBody>
      </p:sp>
    </p:spTree>
    <p:extLst>
      <p:ext uri="{BB962C8B-B14F-4D97-AF65-F5344CB8AC3E}">
        <p14:creationId xmlns:p14="http://schemas.microsoft.com/office/powerpoint/2010/main" val="2566433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AE4FA-04FC-6A1C-531D-9469814A8A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91EFAD-AE68-E773-894B-487D5CECDC9E}"/>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DC94904B-450C-4B72-7BD5-E636E1E6EF60}"/>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511C2A5B-D4EA-8548-F57C-04194915D9AF}"/>
              </a:ext>
            </a:extLst>
          </p:cNvPr>
          <p:cNvSpPr>
            <a:spLocks noGrp="1"/>
          </p:cNvSpPr>
          <p:nvPr>
            <p:ph type="sldNum" sz="quarter" idx="12"/>
          </p:nvPr>
        </p:nvSpPr>
        <p:spPr/>
        <p:txBody>
          <a:bodyPr/>
          <a:lstStyle>
            <a:lvl1pPr>
              <a:defRPr/>
            </a:lvl1pPr>
          </a:lstStyle>
          <a:p>
            <a:fld id="{706F0FA5-D2E7-456D-A70C-8958DB2F6426}" type="slidenum">
              <a:rPr lang="en-US" altLang="en-US"/>
              <a:pPr/>
              <a:t>‹#›</a:t>
            </a:fld>
            <a:endParaRPr lang="en-US" altLang="en-US"/>
          </a:p>
        </p:txBody>
      </p:sp>
    </p:spTree>
    <p:extLst>
      <p:ext uri="{BB962C8B-B14F-4D97-AF65-F5344CB8AC3E}">
        <p14:creationId xmlns:p14="http://schemas.microsoft.com/office/powerpoint/2010/main" val="651757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6BACE4-44BB-8FE1-91B0-B22E9040F7A7}"/>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B6D32CBA-FF09-BAEC-D1C8-806AFF1E2AE3}"/>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AD358018-F702-ACCB-1FFC-4C1E6C426765}"/>
              </a:ext>
            </a:extLst>
          </p:cNvPr>
          <p:cNvSpPr>
            <a:spLocks noGrp="1"/>
          </p:cNvSpPr>
          <p:nvPr>
            <p:ph type="sldNum" sz="quarter" idx="12"/>
          </p:nvPr>
        </p:nvSpPr>
        <p:spPr/>
        <p:txBody>
          <a:bodyPr/>
          <a:lstStyle>
            <a:lvl1pPr>
              <a:defRPr/>
            </a:lvl1pPr>
          </a:lstStyle>
          <a:p>
            <a:fld id="{DD0D93C5-38F2-426B-B99E-276CC7CE8085}" type="slidenum">
              <a:rPr lang="en-US" altLang="en-US"/>
              <a:pPr/>
              <a:t>‹#›</a:t>
            </a:fld>
            <a:endParaRPr lang="en-US" altLang="en-US"/>
          </a:p>
        </p:txBody>
      </p:sp>
    </p:spTree>
    <p:extLst>
      <p:ext uri="{BB962C8B-B14F-4D97-AF65-F5344CB8AC3E}">
        <p14:creationId xmlns:p14="http://schemas.microsoft.com/office/powerpoint/2010/main" val="1033434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18547-A088-49DC-016F-6DFB763B0FAB}"/>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45E2DF-6C83-5903-2384-8D5661E2086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132762-219A-D42E-8606-ECDE3FFAE1A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080188-CAA2-21E6-F8F8-06ECECA9F0B3}"/>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8EE37E0-94F4-BB49-E6E0-4B622AF4AE59}"/>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1DFC1D2-A31A-6B60-A01F-D81D851C46EC}"/>
              </a:ext>
            </a:extLst>
          </p:cNvPr>
          <p:cNvSpPr>
            <a:spLocks noGrp="1"/>
          </p:cNvSpPr>
          <p:nvPr>
            <p:ph type="sldNum" sz="quarter" idx="12"/>
          </p:nvPr>
        </p:nvSpPr>
        <p:spPr/>
        <p:txBody>
          <a:bodyPr/>
          <a:lstStyle>
            <a:lvl1pPr>
              <a:defRPr/>
            </a:lvl1pPr>
          </a:lstStyle>
          <a:p>
            <a:fld id="{D81633E0-D6F0-4EC5-ACD9-559ACD81964E}" type="slidenum">
              <a:rPr lang="en-US" altLang="en-US"/>
              <a:pPr/>
              <a:t>‹#›</a:t>
            </a:fld>
            <a:endParaRPr lang="en-US" altLang="en-US"/>
          </a:p>
        </p:txBody>
      </p:sp>
    </p:spTree>
    <p:extLst>
      <p:ext uri="{BB962C8B-B14F-4D97-AF65-F5344CB8AC3E}">
        <p14:creationId xmlns:p14="http://schemas.microsoft.com/office/powerpoint/2010/main" val="234826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9A64B-4FBE-1748-594C-EAF5D64E77D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9D450A-457C-30B8-CB38-E890C4BB0D6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644029-9D5C-1E1E-12FC-C59231FC0EA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A8D638-1847-DAD2-14F1-C66438D1EB11}"/>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ADE70258-3FD5-95C4-5883-CF5612F7E4BC}"/>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058CB4DC-FDE6-C908-ADD2-6F703B9C2A3D}"/>
              </a:ext>
            </a:extLst>
          </p:cNvPr>
          <p:cNvSpPr>
            <a:spLocks noGrp="1"/>
          </p:cNvSpPr>
          <p:nvPr>
            <p:ph type="sldNum" sz="quarter" idx="12"/>
          </p:nvPr>
        </p:nvSpPr>
        <p:spPr/>
        <p:txBody>
          <a:bodyPr/>
          <a:lstStyle>
            <a:lvl1pPr>
              <a:defRPr/>
            </a:lvl1pPr>
          </a:lstStyle>
          <a:p>
            <a:fld id="{5A39B4B9-A223-4AC1-8209-03E527E07434}" type="slidenum">
              <a:rPr lang="en-US" altLang="en-US"/>
              <a:pPr/>
              <a:t>‹#›</a:t>
            </a:fld>
            <a:endParaRPr lang="en-US" altLang="en-US"/>
          </a:p>
        </p:txBody>
      </p:sp>
    </p:spTree>
    <p:extLst>
      <p:ext uri="{BB962C8B-B14F-4D97-AF65-F5344CB8AC3E}">
        <p14:creationId xmlns:p14="http://schemas.microsoft.com/office/powerpoint/2010/main" val="184807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B6472-A21C-9546-002E-3F70EFFC90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17D8D4-2601-BFC7-95BB-D43C71DE9C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E9615B-FE08-4320-D626-A875CDC1664C}"/>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88F5B9D-5EF1-2A94-E48C-17BFD3F6A231}"/>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1BE929D-0556-18D4-21D2-4768B1DCA6FA}"/>
              </a:ext>
            </a:extLst>
          </p:cNvPr>
          <p:cNvSpPr>
            <a:spLocks noGrp="1"/>
          </p:cNvSpPr>
          <p:nvPr>
            <p:ph type="sldNum" sz="quarter" idx="12"/>
          </p:nvPr>
        </p:nvSpPr>
        <p:spPr/>
        <p:txBody>
          <a:bodyPr/>
          <a:lstStyle>
            <a:lvl1pPr>
              <a:defRPr/>
            </a:lvl1pPr>
          </a:lstStyle>
          <a:p>
            <a:fld id="{114B7EC8-6B53-4A5A-9B71-80683709F1D3}" type="slidenum">
              <a:rPr lang="en-US" altLang="en-US"/>
              <a:pPr/>
              <a:t>‹#›</a:t>
            </a:fld>
            <a:endParaRPr lang="en-US" altLang="en-US"/>
          </a:p>
        </p:txBody>
      </p:sp>
    </p:spTree>
    <p:extLst>
      <p:ext uri="{BB962C8B-B14F-4D97-AF65-F5344CB8AC3E}">
        <p14:creationId xmlns:p14="http://schemas.microsoft.com/office/powerpoint/2010/main" val="81875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36409F-F2CD-9BEF-0C88-AEBFE75EF33B}"/>
              </a:ext>
            </a:extLst>
          </p:cNvPr>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68A801-9537-4354-F8AA-BBDACEE28E18}"/>
              </a:ext>
            </a:extLst>
          </p:cNvPr>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3D2E11-1DDD-2EF2-D167-E24F7A097412}"/>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DB1690AB-8C6C-D742-F109-99F287D3DA80}"/>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24C6E0FC-C4C1-D6A9-16AE-481823A856AB}"/>
              </a:ext>
            </a:extLst>
          </p:cNvPr>
          <p:cNvSpPr>
            <a:spLocks noGrp="1"/>
          </p:cNvSpPr>
          <p:nvPr>
            <p:ph type="sldNum" sz="quarter" idx="12"/>
          </p:nvPr>
        </p:nvSpPr>
        <p:spPr/>
        <p:txBody>
          <a:bodyPr/>
          <a:lstStyle>
            <a:lvl1pPr>
              <a:defRPr/>
            </a:lvl1pPr>
          </a:lstStyle>
          <a:p>
            <a:fld id="{A223962B-65ED-4E3E-ABF6-449A2C8D42A0}" type="slidenum">
              <a:rPr lang="en-US" altLang="en-US"/>
              <a:pPr/>
              <a:t>‹#›</a:t>
            </a:fld>
            <a:endParaRPr lang="en-US" altLang="en-US"/>
          </a:p>
        </p:txBody>
      </p:sp>
    </p:spTree>
    <p:extLst>
      <p:ext uri="{BB962C8B-B14F-4D97-AF65-F5344CB8AC3E}">
        <p14:creationId xmlns:p14="http://schemas.microsoft.com/office/powerpoint/2010/main" val="3828665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D1F08CD-21B1-64F3-68E5-E6FE7C5EA768}"/>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9C56C52-2D82-DF89-57B8-7D4867695FC0}"/>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88879328-92A7-E169-ACA0-EDD84B2BCE52}"/>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sp>
        <p:nvSpPr>
          <p:cNvPr id="1029" name="Rectangle 5">
            <a:extLst>
              <a:ext uri="{FF2B5EF4-FFF2-40B4-BE49-F238E27FC236}">
                <a16:creationId xmlns:a16="http://schemas.microsoft.com/office/drawing/2014/main" id="{D85A6C33-4C62-DCC2-38DE-6B8B09386B4A}"/>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en-US"/>
          </a:p>
        </p:txBody>
      </p:sp>
      <p:sp>
        <p:nvSpPr>
          <p:cNvPr id="1030" name="Rectangle 6">
            <a:extLst>
              <a:ext uri="{FF2B5EF4-FFF2-40B4-BE49-F238E27FC236}">
                <a16:creationId xmlns:a16="http://schemas.microsoft.com/office/drawing/2014/main" id="{B55A1426-4F64-B619-FB4E-547ABB054F55}"/>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A790ED0A-18DD-4BBC-8508-1BA0560DB16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A1E94B7-9E23-959C-3ED4-8D81AD4C96C1}"/>
              </a:ext>
            </a:extLst>
          </p:cNvPr>
          <p:cNvSpPr>
            <a:spLocks noGrp="1"/>
          </p:cNvSpPr>
          <p:nvPr>
            <p:ph type="sldNum" sz="quarter" idx="12"/>
          </p:nvPr>
        </p:nvSpPr>
        <p:spPr/>
        <p:txBody>
          <a:bodyPr/>
          <a:lstStyle/>
          <a:p>
            <a:fld id="{D57BE55E-F815-4627-8F01-47C920BC1064}" type="slidenum">
              <a:rPr lang="en-US" altLang="en-US"/>
              <a:pPr/>
              <a:t>1</a:t>
            </a:fld>
            <a:endParaRPr lang="en-US" altLang="en-US"/>
          </a:p>
        </p:txBody>
      </p:sp>
      <p:sp>
        <p:nvSpPr>
          <p:cNvPr id="9218" name="Rectangle 2">
            <a:extLst>
              <a:ext uri="{FF2B5EF4-FFF2-40B4-BE49-F238E27FC236}">
                <a16:creationId xmlns:a16="http://schemas.microsoft.com/office/drawing/2014/main" id="{A0F6B852-C82B-BF4B-CD98-F9A9EE8D6DA1}"/>
              </a:ext>
            </a:extLst>
          </p:cNvPr>
          <p:cNvSpPr>
            <a:spLocks noGrp="1" noChangeArrowheads="1"/>
          </p:cNvSpPr>
          <p:nvPr>
            <p:ph type="title"/>
          </p:nvPr>
        </p:nvSpPr>
        <p:spPr>
          <a:xfrm>
            <a:off x="457200" y="274638"/>
            <a:ext cx="8229600" cy="1020762"/>
          </a:xfrm>
        </p:spPr>
        <p:txBody>
          <a:bodyPr/>
          <a:lstStyle/>
          <a:p>
            <a:r>
              <a:rPr lang="en-US" altLang="en-US" sz="5400" b="1" u="sng"/>
              <a:t>The C Preprocessor</a:t>
            </a:r>
          </a:p>
        </p:txBody>
      </p:sp>
      <p:sp>
        <p:nvSpPr>
          <p:cNvPr id="9219" name="Rectangle 3">
            <a:extLst>
              <a:ext uri="{FF2B5EF4-FFF2-40B4-BE49-F238E27FC236}">
                <a16:creationId xmlns:a16="http://schemas.microsoft.com/office/drawing/2014/main" id="{2D4B911D-86AF-F7CF-6DF4-04FF10C08F80}"/>
              </a:ext>
            </a:extLst>
          </p:cNvPr>
          <p:cNvSpPr>
            <a:spLocks noGrp="1" noChangeArrowheads="1"/>
          </p:cNvSpPr>
          <p:nvPr>
            <p:ph type="body" idx="1"/>
          </p:nvPr>
        </p:nvSpPr>
        <p:spPr>
          <a:xfrm>
            <a:off x="457200" y="1447800"/>
            <a:ext cx="8229600" cy="5105400"/>
          </a:xfrm>
        </p:spPr>
        <p:txBody>
          <a:bodyPr/>
          <a:lstStyle/>
          <a:p>
            <a:pPr algn="just"/>
            <a:r>
              <a:rPr lang="en-US" altLang="en-US" sz="2800" dirty="0"/>
              <a:t>The C preprocessor is a program that processes our source program before it is passed to the compiler.</a:t>
            </a:r>
          </a:p>
          <a:p>
            <a:pPr algn="just"/>
            <a:r>
              <a:rPr lang="en-US" altLang="en-US" sz="2800" dirty="0"/>
              <a:t>The preprocessor offers several features called preprocessor directives.</a:t>
            </a:r>
          </a:p>
          <a:p>
            <a:pPr algn="just"/>
            <a:r>
              <a:rPr lang="en-US" altLang="en-US" sz="2800" dirty="0"/>
              <a:t>Each of these preprocessor directives begin with a # symbol.</a:t>
            </a:r>
          </a:p>
          <a:p>
            <a:pPr algn="just"/>
            <a:r>
              <a:rPr lang="en-US" altLang="en-US" sz="2800" dirty="0"/>
              <a:t>The directives can be placed anywhere in the program but are usually placed at the beginning of the program before </a:t>
            </a:r>
            <a:r>
              <a:rPr lang="en-US" altLang="en-US" sz="2800" b="1" dirty="0"/>
              <a:t>main()</a:t>
            </a:r>
            <a:r>
              <a:rPr lang="en-US" altLang="en-US" sz="2800" dirty="0"/>
              <a:t> or before the beginning of a particular function.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D9A9BA4-A677-4960-7F49-7236BCC645F0}"/>
              </a:ext>
            </a:extLst>
          </p:cNvPr>
          <p:cNvSpPr>
            <a:spLocks noGrp="1"/>
          </p:cNvSpPr>
          <p:nvPr>
            <p:ph type="sldNum" sz="quarter" idx="12"/>
          </p:nvPr>
        </p:nvSpPr>
        <p:spPr/>
        <p:txBody>
          <a:bodyPr/>
          <a:lstStyle/>
          <a:p>
            <a:fld id="{21B4BBCB-8EA3-4E63-AE39-60968F871DFA}" type="slidenum">
              <a:rPr lang="en-US" altLang="en-US"/>
              <a:pPr/>
              <a:t>2</a:t>
            </a:fld>
            <a:endParaRPr lang="en-US" altLang="en-US"/>
          </a:p>
        </p:txBody>
      </p:sp>
      <p:sp>
        <p:nvSpPr>
          <p:cNvPr id="81923" name="Rectangle 3">
            <a:extLst>
              <a:ext uri="{FF2B5EF4-FFF2-40B4-BE49-F238E27FC236}">
                <a16:creationId xmlns:a16="http://schemas.microsoft.com/office/drawing/2014/main" id="{187D7D5C-7018-1C2D-18B1-CD7BD81427B4}"/>
              </a:ext>
            </a:extLst>
          </p:cNvPr>
          <p:cNvSpPr>
            <a:spLocks noGrp="1" noChangeArrowheads="1"/>
          </p:cNvSpPr>
          <p:nvPr>
            <p:ph type="body" idx="1"/>
          </p:nvPr>
        </p:nvSpPr>
        <p:spPr>
          <a:xfrm>
            <a:off x="457200" y="533400"/>
            <a:ext cx="8229600" cy="5592763"/>
          </a:xfrm>
        </p:spPr>
        <p:txBody>
          <a:bodyPr/>
          <a:lstStyle/>
          <a:p>
            <a:pPr algn="just">
              <a:lnSpc>
                <a:spcPct val="90000"/>
              </a:lnSpc>
            </a:pPr>
            <a:r>
              <a:rPr lang="en-US" altLang="en-US" dirty="0"/>
              <a:t>These preprocessor directives extend only across a single line of code. </a:t>
            </a:r>
          </a:p>
          <a:p>
            <a:pPr algn="just">
              <a:lnSpc>
                <a:spcPct val="90000"/>
              </a:lnSpc>
            </a:pPr>
            <a:r>
              <a:rPr lang="en-US" altLang="en-US" dirty="0"/>
              <a:t>As soon as a newline character is found, the preprocessor directive is considered to end. </a:t>
            </a:r>
          </a:p>
          <a:p>
            <a:pPr algn="just">
              <a:lnSpc>
                <a:spcPct val="90000"/>
              </a:lnSpc>
            </a:pPr>
            <a:r>
              <a:rPr lang="en-US" altLang="en-US" dirty="0"/>
              <a:t>No semicolon (;) is expected at the end of a preprocessor directive. </a:t>
            </a:r>
          </a:p>
          <a:p>
            <a:pPr algn="just">
              <a:lnSpc>
                <a:spcPct val="90000"/>
              </a:lnSpc>
            </a:pPr>
            <a:r>
              <a:rPr lang="en-US" altLang="en-US" dirty="0"/>
              <a:t>The only way a preprocessor directive can extend through more than one line is by preceding the newline character at the end of the line by a backslash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1AA066-3F56-079E-8552-30C5ADEEC4D4}"/>
              </a:ext>
            </a:extLst>
          </p:cNvPr>
          <p:cNvSpPr>
            <a:spLocks noGrp="1"/>
          </p:cNvSpPr>
          <p:nvPr>
            <p:ph type="sldNum" sz="quarter" idx="12"/>
          </p:nvPr>
        </p:nvSpPr>
        <p:spPr/>
        <p:txBody>
          <a:bodyPr/>
          <a:lstStyle/>
          <a:p>
            <a:fld id="{D3949E6F-67B6-476C-A714-359B171437EF}" type="slidenum">
              <a:rPr lang="en-US" altLang="en-US"/>
              <a:pPr/>
              <a:t>3</a:t>
            </a:fld>
            <a:endParaRPr lang="en-US" altLang="en-US"/>
          </a:p>
        </p:txBody>
      </p:sp>
      <p:sp>
        <p:nvSpPr>
          <p:cNvPr id="56324" name="Rectangle 4">
            <a:extLst>
              <a:ext uri="{FF2B5EF4-FFF2-40B4-BE49-F238E27FC236}">
                <a16:creationId xmlns:a16="http://schemas.microsoft.com/office/drawing/2014/main" id="{516B62FD-46DD-5FB5-0442-B12996D08600}"/>
              </a:ext>
            </a:extLst>
          </p:cNvPr>
          <p:cNvSpPr>
            <a:spLocks noChangeArrowheads="1"/>
          </p:cNvSpPr>
          <p:nvPr/>
        </p:nvSpPr>
        <p:spPr bwMode="auto">
          <a:xfrm>
            <a:off x="2514600" y="381000"/>
            <a:ext cx="4343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b="1"/>
              <a:t>Hand Written Program</a:t>
            </a:r>
          </a:p>
        </p:txBody>
      </p:sp>
      <p:sp>
        <p:nvSpPr>
          <p:cNvPr id="56325" name="Rectangle 5">
            <a:extLst>
              <a:ext uri="{FF2B5EF4-FFF2-40B4-BE49-F238E27FC236}">
                <a16:creationId xmlns:a16="http://schemas.microsoft.com/office/drawing/2014/main" id="{C5BFD095-5C05-814C-4E39-6902BF944BFE}"/>
              </a:ext>
            </a:extLst>
          </p:cNvPr>
          <p:cNvSpPr>
            <a:spLocks noChangeArrowheads="1"/>
          </p:cNvSpPr>
          <p:nvPr/>
        </p:nvSpPr>
        <p:spPr bwMode="auto">
          <a:xfrm>
            <a:off x="2514600" y="1524000"/>
            <a:ext cx="4343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b="1"/>
              <a:t>C Source Code</a:t>
            </a:r>
          </a:p>
        </p:txBody>
      </p:sp>
      <p:sp>
        <p:nvSpPr>
          <p:cNvPr id="56326" name="Rectangle 6">
            <a:extLst>
              <a:ext uri="{FF2B5EF4-FFF2-40B4-BE49-F238E27FC236}">
                <a16:creationId xmlns:a16="http://schemas.microsoft.com/office/drawing/2014/main" id="{E3658559-AF2C-3D62-E41D-E2DDB8553C17}"/>
              </a:ext>
            </a:extLst>
          </p:cNvPr>
          <p:cNvSpPr>
            <a:spLocks noChangeArrowheads="1"/>
          </p:cNvSpPr>
          <p:nvPr/>
        </p:nvSpPr>
        <p:spPr bwMode="auto">
          <a:xfrm>
            <a:off x="2514600" y="2590800"/>
            <a:ext cx="4343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b="1"/>
              <a:t>Expanded Source Code</a:t>
            </a:r>
          </a:p>
        </p:txBody>
      </p:sp>
      <p:sp>
        <p:nvSpPr>
          <p:cNvPr id="56327" name="Rectangle 7">
            <a:extLst>
              <a:ext uri="{FF2B5EF4-FFF2-40B4-BE49-F238E27FC236}">
                <a16:creationId xmlns:a16="http://schemas.microsoft.com/office/drawing/2014/main" id="{896DDE5F-6D4D-81E2-2524-18AB64E7C84F}"/>
              </a:ext>
            </a:extLst>
          </p:cNvPr>
          <p:cNvSpPr>
            <a:spLocks noChangeArrowheads="1"/>
          </p:cNvSpPr>
          <p:nvPr/>
        </p:nvSpPr>
        <p:spPr bwMode="auto">
          <a:xfrm>
            <a:off x="2514600" y="3810000"/>
            <a:ext cx="4343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b="1"/>
              <a:t>Object Code</a:t>
            </a:r>
          </a:p>
        </p:txBody>
      </p:sp>
      <p:sp>
        <p:nvSpPr>
          <p:cNvPr id="56328" name="Rectangle 8">
            <a:extLst>
              <a:ext uri="{FF2B5EF4-FFF2-40B4-BE49-F238E27FC236}">
                <a16:creationId xmlns:a16="http://schemas.microsoft.com/office/drawing/2014/main" id="{21EB12EF-993B-2CB1-06C1-6319FFCD08C7}"/>
              </a:ext>
            </a:extLst>
          </p:cNvPr>
          <p:cNvSpPr>
            <a:spLocks noChangeArrowheads="1"/>
          </p:cNvSpPr>
          <p:nvPr/>
        </p:nvSpPr>
        <p:spPr bwMode="auto">
          <a:xfrm>
            <a:off x="2514600" y="5105400"/>
            <a:ext cx="4343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b="1"/>
              <a:t>Executable Code</a:t>
            </a:r>
          </a:p>
        </p:txBody>
      </p:sp>
      <p:sp>
        <p:nvSpPr>
          <p:cNvPr id="56329" name="Line 9">
            <a:extLst>
              <a:ext uri="{FF2B5EF4-FFF2-40B4-BE49-F238E27FC236}">
                <a16:creationId xmlns:a16="http://schemas.microsoft.com/office/drawing/2014/main" id="{D2121D29-E046-2CFF-B4EF-151A40A34A56}"/>
              </a:ext>
            </a:extLst>
          </p:cNvPr>
          <p:cNvSpPr>
            <a:spLocks noChangeShapeType="1"/>
          </p:cNvSpPr>
          <p:nvPr/>
        </p:nvSpPr>
        <p:spPr bwMode="auto">
          <a:xfrm>
            <a:off x="4648200" y="838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30" name="Line 10">
            <a:extLst>
              <a:ext uri="{FF2B5EF4-FFF2-40B4-BE49-F238E27FC236}">
                <a16:creationId xmlns:a16="http://schemas.microsoft.com/office/drawing/2014/main" id="{07828E59-67F7-4A21-5BC6-96F7944EF6B8}"/>
              </a:ext>
            </a:extLst>
          </p:cNvPr>
          <p:cNvSpPr>
            <a:spLocks noChangeShapeType="1"/>
          </p:cNvSpPr>
          <p:nvPr/>
        </p:nvSpPr>
        <p:spPr bwMode="auto">
          <a:xfrm>
            <a:off x="4648200" y="198120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31" name="Line 11">
            <a:extLst>
              <a:ext uri="{FF2B5EF4-FFF2-40B4-BE49-F238E27FC236}">
                <a16:creationId xmlns:a16="http://schemas.microsoft.com/office/drawing/2014/main" id="{48ACD149-5836-428A-DEE2-F72FDC81B0B8}"/>
              </a:ext>
            </a:extLst>
          </p:cNvPr>
          <p:cNvSpPr>
            <a:spLocks noChangeShapeType="1"/>
          </p:cNvSpPr>
          <p:nvPr/>
        </p:nvSpPr>
        <p:spPr bwMode="auto">
          <a:xfrm>
            <a:off x="4648200" y="30480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32" name="Line 12">
            <a:extLst>
              <a:ext uri="{FF2B5EF4-FFF2-40B4-BE49-F238E27FC236}">
                <a16:creationId xmlns:a16="http://schemas.microsoft.com/office/drawing/2014/main" id="{E0AF916C-25A3-A0ED-1149-3CC3D7F862F0}"/>
              </a:ext>
            </a:extLst>
          </p:cNvPr>
          <p:cNvSpPr>
            <a:spLocks noChangeShapeType="1"/>
          </p:cNvSpPr>
          <p:nvPr/>
        </p:nvSpPr>
        <p:spPr bwMode="auto">
          <a:xfrm>
            <a:off x="4648200" y="4267200"/>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33" name="Text Box 13">
            <a:extLst>
              <a:ext uri="{FF2B5EF4-FFF2-40B4-BE49-F238E27FC236}">
                <a16:creationId xmlns:a16="http://schemas.microsoft.com/office/drawing/2014/main" id="{3B4329CF-D85D-EA96-C937-A3E33019368E}"/>
              </a:ext>
            </a:extLst>
          </p:cNvPr>
          <p:cNvSpPr txBox="1">
            <a:spLocks noChangeArrowheads="1"/>
          </p:cNvSpPr>
          <p:nvPr/>
        </p:nvSpPr>
        <p:spPr bwMode="auto">
          <a:xfrm>
            <a:off x="4648200" y="990600"/>
            <a:ext cx="1981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Text Editor</a:t>
            </a:r>
          </a:p>
        </p:txBody>
      </p:sp>
      <p:sp>
        <p:nvSpPr>
          <p:cNvPr id="56334" name="Text Box 14">
            <a:extLst>
              <a:ext uri="{FF2B5EF4-FFF2-40B4-BE49-F238E27FC236}">
                <a16:creationId xmlns:a16="http://schemas.microsoft.com/office/drawing/2014/main" id="{869224D4-02AF-4051-29BA-600232EA3C9D}"/>
              </a:ext>
            </a:extLst>
          </p:cNvPr>
          <p:cNvSpPr txBox="1">
            <a:spLocks noChangeArrowheads="1"/>
          </p:cNvSpPr>
          <p:nvPr/>
        </p:nvSpPr>
        <p:spPr bwMode="auto">
          <a:xfrm>
            <a:off x="4648200" y="2071688"/>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Preprocessor</a:t>
            </a:r>
          </a:p>
        </p:txBody>
      </p:sp>
      <p:sp>
        <p:nvSpPr>
          <p:cNvPr id="56335" name="Text Box 15">
            <a:extLst>
              <a:ext uri="{FF2B5EF4-FFF2-40B4-BE49-F238E27FC236}">
                <a16:creationId xmlns:a16="http://schemas.microsoft.com/office/drawing/2014/main" id="{ED49F75B-EA5B-75D0-ABF4-B61B064D9522}"/>
              </a:ext>
            </a:extLst>
          </p:cNvPr>
          <p:cNvSpPr txBox="1">
            <a:spLocks noChangeArrowheads="1"/>
          </p:cNvSpPr>
          <p:nvPr/>
        </p:nvSpPr>
        <p:spPr bwMode="auto">
          <a:xfrm>
            <a:off x="4648200" y="3276600"/>
            <a:ext cx="1981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Compiler</a:t>
            </a:r>
          </a:p>
        </p:txBody>
      </p:sp>
      <p:sp>
        <p:nvSpPr>
          <p:cNvPr id="56336" name="Text Box 16">
            <a:extLst>
              <a:ext uri="{FF2B5EF4-FFF2-40B4-BE49-F238E27FC236}">
                <a16:creationId xmlns:a16="http://schemas.microsoft.com/office/drawing/2014/main" id="{46D22B77-032B-E708-4D90-9C6556765E56}"/>
              </a:ext>
            </a:extLst>
          </p:cNvPr>
          <p:cNvSpPr txBox="1">
            <a:spLocks noChangeArrowheads="1"/>
          </p:cNvSpPr>
          <p:nvPr/>
        </p:nvSpPr>
        <p:spPr bwMode="auto">
          <a:xfrm>
            <a:off x="4648200" y="4495800"/>
            <a:ext cx="1981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t>Linker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9B21620C-111A-0800-54CF-C45F3A91FCFA}"/>
              </a:ext>
            </a:extLst>
          </p:cNvPr>
          <p:cNvSpPr>
            <a:spLocks noGrp="1"/>
          </p:cNvSpPr>
          <p:nvPr>
            <p:ph type="sldNum" sz="quarter" idx="12"/>
          </p:nvPr>
        </p:nvSpPr>
        <p:spPr/>
        <p:txBody>
          <a:bodyPr/>
          <a:lstStyle/>
          <a:p>
            <a:fld id="{B9F7DB7F-F226-48C0-8997-8179291C9157}" type="slidenum">
              <a:rPr lang="en-US" altLang="en-US"/>
              <a:pPr/>
              <a:t>4</a:t>
            </a:fld>
            <a:endParaRPr lang="en-US" altLang="en-US"/>
          </a:p>
        </p:txBody>
      </p:sp>
      <p:sp>
        <p:nvSpPr>
          <p:cNvPr id="10243" name="Rectangle 3">
            <a:extLst>
              <a:ext uri="{FF2B5EF4-FFF2-40B4-BE49-F238E27FC236}">
                <a16:creationId xmlns:a16="http://schemas.microsoft.com/office/drawing/2014/main" id="{2FD198C4-38FA-5C47-BB94-26C8C0C57103}"/>
              </a:ext>
            </a:extLst>
          </p:cNvPr>
          <p:cNvSpPr>
            <a:spLocks noGrp="1" noChangeArrowheads="1"/>
          </p:cNvSpPr>
          <p:nvPr>
            <p:ph type="body" idx="1"/>
          </p:nvPr>
        </p:nvSpPr>
        <p:spPr>
          <a:xfrm>
            <a:off x="457200" y="457200"/>
            <a:ext cx="8229600" cy="5668963"/>
          </a:xfrm>
        </p:spPr>
        <p:txBody>
          <a:bodyPr/>
          <a:lstStyle/>
          <a:p>
            <a:r>
              <a:rPr lang="en-US" altLang="en-US" sz="3600"/>
              <a:t>There are following preprocessor directives:</a:t>
            </a:r>
          </a:p>
          <a:p>
            <a:pPr lvl="1"/>
            <a:r>
              <a:rPr lang="en-US" altLang="en-US" sz="3200"/>
              <a:t>Macro Substitution directives</a:t>
            </a:r>
          </a:p>
          <a:p>
            <a:pPr lvl="1"/>
            <a:r>
              <a:rPr lang="en-US" altLang="en-US" sz="3200"/>
              <a:t>File inclusion directives</a:t>
            </a:r>
          </a:p>
          <a:p>
            <a:pPr lvl="1"/>
            <a:r>
              <a:rPr lang="en-US" altLang="en-US" sz="3200"/>
              <a:t>Compiler control directives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D3BB665-949B-1307-C34F-1D577CCDC29D}"/>
              </a:ext>
            </a:extLst>
          </p:cNvPr>
          <p:cNvSpPr>
            <a:spLocks noGrp="1"/>
          </p:cNvSpPr>
          <p:nvPr>
            <p:ph type="sldNum" sz="quarter" idx="12"/>
          </p:nvPr>
        </p:nvSpPr>
        <p:spPr/>
        <p:txBody>
          <a:bodyPr/>
          <a:lstStyle/>
          <a:p>
            <a:fld id="{19308AE7-A842-4B47-AD1A-65922CB00BCA}" type="slidenum">
              <a:rPr lang="en-US" altLang="en-US"/>
              <a:pPr/>
              <a:t>5</a:t>
            </a:fld>
            <a:endParaRPr lang="en-US" altLang="en-US"/>
          </a:p>
        </p:txBody>
      </p:sp>
      <p:sp>
        <p:nvSpPr>
          <p:cNvPr id="11266" name="Rectangle 2">
            <a:extLst>
              <a:ext uri="{FF2B5EF4-FFF2-40B4-BE49-F238E27FC236}">
                <a16:creationId xmlns:a16="http://schemas.microsoft.com/office/drawing/2014/main" id="{1A14E290-3EC5-4577-9268-CC5BCD601328}"/>
              </a:ext>
            </a:extLst>
          </p:cNvPr>
          <p:cNvSpPr>
            <a:spLocks noGrp="1" noChangeArrowheads="1"/>
          </p:cNvSpPr>
          <p:nvPr>
            <p:ph type="title"/>
          </p:nvPr>
        </p:nvSpPr>
        <p:spPr/>
        <p:txBody>
          <a:bodyPr/>
          <a:lstStyle/>
          <a:p>
            <a:r>
              <a:rPr lang="en-US" altLang="en-US" b="1" u="sng"/>
              <a:t>Macro Substitution Directives</a:t>
            </a:r>
          </a:p>
        </p:txBody>
      </p:sp>
      <p:sp>
        <p:nvSpPr>
          <p:cNvPr id="11268" name="Rectangle 4">
            <a:extLst>
              <a:ext uri="{FF2B5EF4-FFF2-40B4-BE49-F238E27FC236}">
                <a16:creationId xmlns:a16="http://schemas.microsoft.com/office/drawing/2014/main" id="{AE96BAFF-7376-2C8A-4377-E450F9786C5E}"/>
              </a:ext>
            </a:extLst>
          </p:cNvPr>
          <p:cNvSpPr>
            <a:spLocks noChangeArrowheads="1"/>
          </p:cNvSpPr>
          <p:nvPr/>
        </p:nvSpPr>
        <p:spPr bwMode="auto">
          <a:xfrm>
            <a:off x="457200" y="1524000"/>
            <a:ext cx="83820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#include&lt;stdio.h&gt;</a:t>
            </a:r>
          </a:p>
          <a:p>
            <a:r>
              <a:rPr lang="en-US" altLang="en-US" sz="2800"/>
              <a:t>#define MAX 20</a:t>
            </a:r>
          </a:p>
          <a:p>
            <a:r>
              <a:rPr lang="en-US" altLang="en-US" sz="2800"/>
              <a:t>main()</a:t>
            </a:r>
          </a:p>
          <a:p>
            <a:r>
              <a:rPr lang="en-US" altLang="en-US" sz="2800"/>
              <a:t>{</a:t>
            </a:r>
          </a:p>
          <a:p>
            <a:r>
              <a:rPr lang="en-US" altLang="en-US" sz="2800"/>
              <a:t>	int i;</a:t>
            </a:r>
          </a:p>
          <a:p>
            <a:r>
              <a:rPr lang="en-US" altLang="en-US" sz="2800"/>
              <a:t>	for(i=0;i&lt;MAX;i++)</a:t>
            </a:r>
          </a:p>
          <a:p>
            <a:r>
              <a:rPr lang="en-US" altLang="en-US" sz="2800"/>
              <a:t>		printf("\n%d",i);</a:t>
            </a:r>
          </a:p>
          <a:p>
            <a:r>
              <a:rPr lang="en-US" altLang="en-US" sz="2800"/>
              <a:t>}</a:t>
            </a:r>
          </a:p>
          <a:p>
            <a:r>
              <a:rPr lang="en-US" altLang="en-US" sz="2800"/>
              <a:t>Here </a:t>
            </a:r>
            <a:r>
              <a:rPr lang="en-US" altLang="en-US" sz="2800" b="1"/>
              <a:t>MAX</a:t>
            </a:r>
            <a:r>
              <a:rPr lang="en-US" altLang="en-US" sz="2800"/>
              <a:t> is a </a:t>
            </a:r>
            <a:r>
              <a:rPr lang="en-US" altLang="en-US" sz="2800" b="1"/>
              <a:t>macro Template</a:t>
            </a:r>
            <a:r>
              <a:rPr lang="en-US" altLang="en-US" sz="2800"/>
              <a:t> or </a:t>
            </a:r>
            <a:r>
              <a:rPr lang="en-US" altLang="en-US" sz="2800" b="1"/>
              <a:t>macro</a:t>
            </a:r>
            <a:r>
              <a:rPr lang="en-US" altLang="en-US" sz="2800"/>
              <a:t> and 20 is the corresponding </a:t>
            </a:r>
            <a:r>
              <a:rPr lang="en-US" altLang="en-US" sz="2800" b="1"/>
              <a:t>macro expansion</a:t>
            </a:r>
            <a:r>
              <a:rPr lang="en-US" altLang="en-US" sz="280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8BCA6635-987A-E3E4-4F3F-34F903732B70}"/>
              </a:ext>
            </a:extLst>
          </p:cNvPr>
          <p:cNvSpPr>
            <a:spLocks noGrp="1"/>
          </p:cNvSpPr>
          <p:nvPr>
            <p:ph type="sldNum" sz="quarter" idx="12"/>
          </p:nvPr>
        </p:nvSpPr>
        <p:spPr/>
        <p:txBody>
          <a:bodyPr/>
          <a:lstStyle/>
          <a:p>
            <a:fld id="{AFA564FA-41DA-4FC9-B32E-7233EAD2AD79}" type="slidenum">
              <a:rPr lang="en-US" altLang="en-US"/>
              <a:pPr/>
              <a:t>6</a:t>
            </a:fld>
            <a:endParaRPr lang="en-US" altLang="en-US"/>
          </a:p>
        </p:txBody>
      </p:sp>
      <p:sp>
        <p:nvSpPr>
          <p:cNvPr id="12290" name="Rectangle 2">
            <a:extLst>
              <a:ext uri="{FF2B5EF4-FFF2-40B4-BE49-F238E27FC236}">
                <a16:creationId xmlns:a16="http://schemas.microsoft.com/office/drawing/2014/main" id="{43A961BD-9901-F2CE-CD35-F757FBFEBB71}"/>
              </a:ext>
            </a:extLst>
          </p:cNvPr>
          <p:cNvSpPr>
            <a:spLocks noGrp="1" noChangeArrowheads="1"/>
          </p:cNvSpPr>
          <p:nvPr>
            <p:ph type="title"/>
          </p:nvPr>
        </p:nvSpPr>
        <p:spPr/>
        <p:txBody>
          <a:bodyPr/>
          <a:lstStyle/>
          <a:p>
            <a:r>
              <a:rPr lang="en-US" altLang="en-US" b="1" u="sng"/>
              <a:t>Points to Remember</a:t>
            </a:r>
          </a:p>
        </p:txBody>
      </p:sp>
      <p:sp>
        <p:nvSpPr>
          <p:cNvPr id="12291" name="Rectangle 3">
            <a:extLst>
              <a:ext uri="{FF2B5EF4-FFF2-40B4-BE49-F238E27FC236}">
                <a16:creationId xmlns:a16="http://schemas.microsoft.com/office/drawing/2014/main" id="{1FC5E060-3E1C-5BD0-F663-E049550223A4}"/>
              </a:ext>
            </a:extLst>
          </p:cNvPr>
          <p:cNvSpPr>
            <a:spLocks noGrp="1" noChangeArrowheads="1"/>
          </p:cNvSpPr>
          <p:nvPr>
            <p:ph type="body" idx="1"/>
          </p:nvPr>
        </p:nvSpPr>
        <p:spPr>
          <a:xfrm>
            <a:off x="457200" y="1828800"/>
            <a:ext cx="8229600" cy="4648200"/>
          </a:xfrm>
        </p:spPr>
        <p:txBody>
          <a:bodyPr/>
          <a:lstStyle/>
          <a:p>
            <a:pPr algn="just"/>
            <a:r>
              <a:rPr lang="en-US" altLang="en-US" sz="3600"/>
              <a:t>Macro Template and its macro expansion are separated by blanks and tabs.</a:t>
            </a:r>
          </a:p>
          <a:p>
            <a:pPr algn="just"/>
            <a:r>
              <a:rPr lang="en-US" altLang="en-US" sz="3600"/>
              <a:t>A space between </a:t>
            </a:r>
            <a:r>
              <a:rPr lang="en-US" altLang="en-US" sz="3600" b="1"/>
              <a:t>#</a:t>
            </a:r>
            <a:r>
              <a:rPr lang="en-US" altLang="en-US" sz="3600"/>
              <a:t> and define is optional.</a:t>
            </a:r>
          </a:p>
          <a:p>
            <a:pPr algn="just"/>
            <a:r>
              <a:rPr lang="en-US" altLang="en-US" sz="3600"/>
              <a:t>A macro definition is never terminated by a semicolon.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2CD45A-F3AF-EEDC-4695-9A02F7F5386E}"/>
              </a:ext>
            </a:extLst>
          </p:cNvPr>
          <p:cNvSpPr>
            <a:spLocks noGrp="1"/>
          </p:cNvSpPr>
          <p:nvPr>
            <p:ph type="sldNum" sz="quarter" idx="12"/>
          </p:nvPr>
        </p:nvSpPr>
        <p:spPr/>
        <p:txBody>
          <a:bodyPr/>
          <a:lstStyle/>
          <a:p>
            <a:fld id="{EFD5EEF8-0D44-43E0-B14B-FD49C9266DB9}" type="slidenum">
              <a:rPr lang="en-US" altLang="en-US" smtClean="0"/>
              <a:pPr/>
              <a:t>7</a:t>
            </a:fld>
            <a:endParaRPr lang="en-US" altLang="en-US"/>
          </a:p>
        </p:txBody>
      </p:sp>
      <p:sp>
        <p:nvSpPr>
          <p:cNvPr id="6" name="TextBox 5">
            <a:extLst>
              <a:ext uri="{FF2B5EF4-FFF2-40B4-BE49-F238E27FC236}">
                <a16:creationId xmlns:a16="http://schemas.microsoft.com/office/drawing/2014/main" id="{1008F0AB-0B22-8D6B-338E-3D896FDA25AD}"/>
              </a:ext>
            </a:extLst>
          </p:cNvPr>
          <p:cNvSpPr txBox="1"/>
          <p:nvPr/>
        </p:nvSpPr>
        <p:spPr>
          <a:xfrm>
            <a:off x="1066800" y="838200"/>
            <a:ext cx="7239000" cy="4829014"/>
          </a:xfrm>
          <a:prstGeom prst="rect">
            <a:avLst/>
          </a:prstGeom>
          <a:noFill/>
        </p:spPr>
        <p:txBody>
          <a:bodyPr wrap="square">
            <a:spAutoFit/>
          </a:bodyPr>
          <a:lstStyle/>
          <a:p>
            <a:pPr algn="just">
              <a:lnSpc>
                <a:spcPct val="90000"/>
              </a:lnSpc>
            </a:pPr>
            <a:r>
              <a:rPr lang="en-US" altLang="en-US" dirty="0"/>
              <a:t>/*</a:t>
            </a:r>
          </a:p>
          <a:p>
            <a:pPr algn="just">
              <a:lnSpc>
                <a:spcPct val="90000"/>
              </a:lnSpc>
            </a:pPr>
            <a:r>
              <a:rPr lang="en-US" altLang="en-US" dirty="0"/>
              <a:t>The only way a preprocessor directive can extend through more than one line is by preceding the newline character at the end of the line by a backslash (\).</a:t>
            </a:r>
          </a:p>
          <a:p>
            <a:pPr algn="just">
              <a:lnSpc>
                <a:spcPct val="90000"/>
              </a:lnSpc>
            </a:pPr>
            <a:r>
              <a:rPr lang="en-US" altLang="en-US" dirty="0"/>
              <a:t>*/</a:t>
            </a:r>
          </a:p>
          <a:p>
            <a:pPr algn="just">
              <a:lnSpc>
                <a:spcPct val="90000"/>
              </a:lnSpc>
            </a:pPr>
            <a:endParaRPr lang="en-US" altLang="en-US" dirty="0"/>
          </a:p>
          <a:p>
            <a:pPr algn="just">
              <a:lnSpc>
                <a:spcPct val="90000"/>
              </a:lnSpc>
            </a:pPr>
            <a:r>
              <a:rPr lang="en-US" altLang="en-US" dirty="0"/>
              <a:t>#define MESSAGE \</a:t>
            </a:r>
          </a:p>
          <a:p>
            <a:pPr algn="just">
              <a:lnSpc>
                <a:spcPct val="90000"/>
              </a:lnSpc>
            </a:pPr>
            <a:r>
              <a:rPr lang="en-US" altLang="en-US" dirty="0"/>
              <a:t>    "This is line 1\n" \</a:t>
            </a:r>
          </a:p>
          <a:p>
            <a:pPr algn="just">
              <a:lnSpc>
                <a:spcPct val="90000"/>
              </a:lnSpc>
            </a:pPr>
            <a:r>
              <a:rPr lang="en-US" altLang="en-US" dirty="0"/>
              <a:t>    "This is line 2\n" \</a:t>
            </a:r>
          </a:p>
          <a:p>
            <a:pPr algn="just">
              <a:lnSpc>
                <a:spcPct val="90000"/>
              </a:lnSpc>
            </a:pPr>
            <a:r>
              <a:rPr lang="en-US" altLang="en-US" dirty="0"/>
              <a:t>    "This is line 3\n" \</a:t>
            </a:r>
          </a:p>
          <a:p>
            <a:pPr algn="just">
              <a:lnSpc>
                <a:spcPct val="90000"/>
              </a:lnSpc>
            </a:pPr>
            <a:r>
              <a:rPr lang="en-US" altLang="en-US" dirty="0"/>
              <a:t>    "This is line 4\n"</a:t>
            </a:r>
          </a:p>
          <a:p>
            <a:pPr algn="just">
              <a:lnSpc>
                <a:spcPct val="90000"/>
              </a:lnSpc>
            </a:pPr>
            <a:endParaRPr lang="en-US" altLang="en-US" dirty="0"/>
          </a:p>
          <a:p>
            <a:pPr algn="just">
              <a:lnSpc>
                <a:spcPct val="90000"/>
              </a:lnSpc>
            </a:pPr>
            <a:r>
              <a:rPr lang="en-US" altLang="en-US" dirty="0"/>
              <a:t>#include &lt;</a:t>
            </a:r>
            <a:r>
              <a:rPr lang="en-US" altLang="en-US" dirty="0" err="1"/>
              <a:t>stdio.h</a:t>
            </a:r>
            <a:r>
              <a:rPr lang="en-US" altLang="en-US" dirty="0"/>
              <a:t>&gt;</a:t>
            </a:r>
          </a:p>
          <a:p>
            <a:pPr algn="just">
              <a:lnSpc>
                <a:spcPct val="90000"/>
              </a:lnSpc>
            </a:pPr>
            <a:endParaRPr lang="en-US" altLang="en-US" dirty="0"/>
          </a:p>
          <a:p>
            <a:pPr algn="just">
              <a:lnSpc>
                <a:spcPct val="90000"/>
              </a:lnSpc>
            </a:pPr>
            <a:r>
              <a:rPr lang="en-US" altLang="en-US" dirty="0"/>
              <a:t>int main() {</a:t>
            </a:r>
          </a:p>
          <a:p>
            <a:pPr algn="just">
              <a:lnSpc>
                <a:spcPct val="90000"/>
              </a:lnSpc>
            </a:pPr>
            <a:r>
              <a:rPr lang="en-US" altLang="en-US" dirty="0"/>
              <a:t>    </a:t>
            </a:r>
            <a:r>
              <a:rPr lang="en-US" altLang="en-US" dirty="0" err="1"/>
              <a:t>printf</a:t>
            </a:r>
            <a:r>
              <a:rPr lang="en-US" altLang="en-US" dirty="0"/>
              <a:t>("%s", MESSAGE);</a:t>
            </a:r>
          </a:p>
          <a:p>
            <a:pPr algn="just">
              <a:lnSpc>
                <a:spcPct val="90000"/>
              </a:lnSpc>
            </a:pPr>
            <a:r>
              <a:rPr lang="en-US" altLang="en-US" dirty="0"/>
              <a:t>    return 0;</a:t>
            </a:r>
          </a:p>
          <a:p>
            <a:pPr algn="just">
              <a:lnSpc>
                <a:spcPct val="90000"/>
              </a:lnSpc>
            </a:pPr>
            <a:r>
              <a:rPr lang="en-US" altLang="en-US" dirty="0"/>
              <a:t>}</a:t>
            </a:r>
          </a:p>
          <a:p>
            <a:pPr algn="just">
              <a:lnSpc>
                <a:spcPct val="90000"/>
              </a:lnSpc>
            </a:pPr>
            <a:endParaRPr lang="en-US" altLang="en-US" dirty="0"/>
          </a:p>
        </p:txBody>
      </p:sp>
    </p:spTree>
    <p:extLst>
      <p:ext uri="{BB962C8B-B14F-4D97-AF65-F5344CB8AC3E}">
        <p14:creationId xmlns:p14="http://schemas.microsoft.com/office/powerpoint/2010/main" val="2309423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24920E-4AB7-39B1-5613-9BF2DCC8F291}"/>
              </a:ext>
            </a:extLst>
          </p:cNvPr>
          <p:cNvSpPr>
            <a:spLocks noGrp="1"/>
          </p:cNvSpPr>
          <p:nvPr>
            <p:ph type="sldNum" sz="quarter" idx="12"/>
          </p:nvPr>
        </p:nvSpPr>
        <p:spPr/>
        <p:txBody>
          <a:bodyPr/>
          <a:lstStyle/>
          <a:p>
            <a:fld id="{EFD5EEF8-0D44-43E0-B14B-FD49C9266DB9}" type="slidenum">
              <a:rPr lang="en-US" altLang="en-US" smtClean="0"/>
              <a:pPr/>
              <a:t>8</a:t>
            </a:fld>
            <a:endParaRPr lang="en-US" altLang="en-US"/>
          </a:p>
        </p:txBody>
      </p:sp>
      <p:sp>
        <p:nvSpPr>
          <p:cNvPr id="6" name="TextBox 5">
            <a:extLst>
              <a:ext uri="{FF2B5EF4-FFF2-40B4-BE49-F238E27FC236}">
                <a16:creationId xmlns:a16="http://schemas.microsoft.com/office/drawing/2014/main" id="{F8AAE0E4-836C-4CE0-A379-75C5035033A9}"/>
              </a:ext>
            </a:extLst>
          </p:cNvPr>
          <p:cNvSpPr txBox="1"/>
          <p:nvPr/>
        </p:nvSpPr>
        <p:spPr>
          <a:xfrm>
            <a:off x="647700" y="335845"/>
            <a:ext cx="7848600" cy="6186309"/>
          </a:xfrm>
          <a:prstGeom prst="rect">
            <a:avLst/>
          </a:prstGeom>
          <a:noFill/>
        </p:spPr>
        <p:txBody>
          <a:bodyPr wrap="square">
            <a:spAutoFit/>
          </a:bodyPr>
          <a:lstStyle/>
          <a:p>
            <a:r>
              <a:rPr lang="en-US" dirty="0"/>
              <a:t>/*</a:t>
            </a:r>
          </a:p>
          <a:p>
            <a:pPr algn="just"/>
            <a:r>
              <a:rPr lang="en-US" altLang="en-US" sz="1800" dirty="0"/>
              <a:t>The directives can be placed anywhere in the program but are usually placed at the beginning of the program before </a:t>
            </a:r>
            <a:r>
              <a:rPr lang="en-US" altLang="en-US" sz="1800" b="1" dirty="0"/>
              <a:t>main()</a:t>
            </a:r>
            <a:r>
              <a:rPr lang="en-US" altLang="en-US" sz="1800" dirty="0"/>
              <a:t> or before the beginning of a particular function.</a:t>
            </a:r>
          </a:p>
          <a:p>
            <a:r>
              <a:rPr lang="en-US" dirty="0"/>
              <a:t>*/</a:t>
            </a:r>
          </a:p>
          <a:p>
            <a:r>
              <a:rPr lang="en-US" dirty="0"/>
              <a:t>#include &lt;</a:t>
            </a:r>
            <a:r>
              <a:rPr lang="en-US" dirty="0" err="1"/>
              <a:t>stdio.h</a:t>
            </a:r>
            <a:r>
              <a:rPr lang="en-US" dirty="0"/>
              <a:t>&gt;  // Common and recommended place (top)</a:t>
            </a:r>
          </a:p>
          <a:p>
            <a:r>
              <a:rPr lang="en-US" dirty="0"/>
              <a:t>#define MAX 100      // Valid but unusual location</a:t>
            </a:r>
          </a:p>
          <a:p>
            <a:r>
              <a:rPr lang="en-US" dirty="0"/>
              <a:t>int main() {</a:t>
            </a:r>
          </a:p>
          <a:p>
            <a:r>
              <a:rPr lang="en-US" dirty="0"/>
              <a:t>    #define PI 3.14   // This is valid, though uncommon</a:t>
            </a:r>
          </a:p>
          <a:p>
            <a:r>
              <a:rPr lang="en-US" dirty="0"/>
              <a:t>    </a:t>
            </a:r>
            <a:r>
              <a:rPr lang="en-US" dirty="0" err="1"/>
              <a:t>printf</a:t>
            </a:r>
            <a:r>
              <a:rPr lang="en-US" dirty="0"/>
              <a:t>("%f\n", PI);</a:t>
            </a:r>
          </a:p>
          <a:p>
            <a:endParaRPr lang="en-US" dirty="0"/>
          </a:p>
          <a:p>
            <a:r>
              <a:rPr lang="en-US" dirty="0"/>
              <a:t>    #ifdef PI</a:t>
            </a:r>
          </a:p>
          <a:p>
            <a:r>
              <a:rPr lang="en-US" dirty="0"/>
              <a:t>        </a:t>
            </a:r>
            <a:r>
              <a:rPr lang="en-US" dirty="0" err="1"/>
              <a:t>printf</a:t>
            </a:r>
            <a:r>
              <a:rPr lang="en-US" dirty="0"/>
              <a:t>("PI is defined\n");</a:t>
            </a:r>
          </a:p>
          <a:p>
            <a:r>
              <a:rPr lang="en-US" dirty="0"/>
              <a:t>    #endif</a:t>
            </a:r>
          </a:p>
          <a:p>
            <a:endParaRPr lang="en-US" dirty="0"/>
          </a:p>
          <a:p>
            <a:r>
              <a:rPr lang="en-US" dirty="0"/>
              <a:t>    </a:t>
            </a:r>
            <a:r>
              <a:rPr lang="en-US" dirty="0" err="1"/>
              <a:t>printf</a:t>
            </a:r>
            <a:r>
              <a:rPr lang="en-US" dirty="0"/>
              <a:t>("MAX = %d\n", MAX);   // Printing MAX</a:t>
            </a:r>
          </a:p>
          <a:p>
            <a:endParaRPr lang="en-US" dirty="0"/>
          </a:p>
          <a:p>
            <a:r>
              <a:rPr lang="en-US" dirty="0"/>
              <a:t>    // Including header file inside main (valid but NOT recommended)</a:t>
            </a:r>
          </a:p>
          <a:p>
            <a:r>
              <a:rPr lang="en-US" dirty="0"/>
              <a:t>    #include &lt;</a:t>
            </a:r>
            <a:r>
              <a:rPr lang="en-US" dirty="0" err="1"/>
              <a:t>string.h</a:t>
            </a:r>
            <a:r>
              <a:rPr lang="en-US" dirty="0"/>
              <a:t>&gt;</a:t>
            </a:r>
          </a:p>
          <a:p>
            <a:r>
              <a:rPr lang="en-US" dirty="0"/>
              <a:t>    </a:t>
            </a:r>
            <a:r>
              <a:rPr lang="en-US" dirty="0" err="1"/>
              <a:t>printf</a:t>
            </a:r>
            <a:r>
              <a:rPr lang="en-US" dirty="0"/>
              <a:t>("Length of 'Hello' = %</a:t>
            </a:r>
            <a:r>
              <a:rPr lang="en-US" dirty="0" err="1"/>
              <a:t>lu</a:t>
            </a:r>
            <a:r>
              <a:rPr lang="en-US" dirty="0"/>
              <a:t>\n", </a:t>
            </a:r>
            <a:r>
              <a:rPr lang="en-US" dirty="0" err="1"/>
              <a:t>strlen</a:t>
            </a:r>
            <a:r>
              <a:rPr lang="en-US" dirty="0"/>
              <a:t>("Hello"));  // Using </a:t>
            </a:r>
            <a:r>
              <a:rPr lang="en-US" dirty="0" err="1"/>
              <a:t>string.h</a:t>
            </a:r>
            <a:endParaRPr lang="en-US" dirty="0"/>
          </a:p>
          <a:p>
            <a:r>
              <a:rPr lang="en-US" dirty="0"/>
              <a:t>    return 0;</a:t>
            </a:r>
          </a:p>
          <a:p>
            <a:r>
              <a:rPr lang="en-US" dirty="0"/>
              <a:t>}</a:t>
            </a:r>
          </a:p>
        </p:txBody>
      </p:sp>
    </p:spTree>
    <p:extLst>
      <p:ext uri="{BB962C8B-B14F-4D97-AF65-F5344CB8AC3E}">
        <p14:creationId xmlns:p14="http://schemas.microsoft.com/office/powerpoint/2010/main" val="2997476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FF1FBD3-D7CC-0839-79F4-CA5BE35B5574}"/>
              </a:ext>
            </a:extLst>
          </p:cNvPr>
          <p:cNvSpPr>
            <a:spLocks noGrp="1"/>
          </p:cNvSpPr>
          <p:nvPr>
            <p:ph type="sldNum" sz="quarter" idx="12"/>
          </p:nvPr>
        </p:nvSpPr>
        <p:spPr/>
        <p:txBody>
          <a:bodyPr/>
          <a:lstStyle/>
          <a:p>
            <a:fld id="{C795465C-643E-43D6-BAF2-416061AAC859}" type="slidenum">
              <a:rPr lang="en-US" altLang="en-US"/>
              <a:pPr/>
              <a:t>9</a:t>
            </a:fld>
            <a:endParaRPr lang="en-US" altLang="en-US"/>
          </a:p>
        </p:txBody>
      </p:sp>
      <p:sp>
        <p:nvSpPr>
          <p:cNvPr id="13316" name="Rectangle 4">
            <a:extLst>
              <a:ext uri="{FF2B5EF4-FFF2-40B4-BE49-F238E27FC236}">
                <a16:creationId xmlns:a16="http://schemas.microsoft.com/office/drawing/2014/main" id="{72A84069-EDF5-B0A1-D56E-7E31FD7A35E0}"/>
              </a:ext>
            </a:extLst>
          </p:cNvPr>
          <p:cNvSpPr>
            <a:spLocks noChangeArrowheads="1"/>
          </p:cNvSpPr>
          <p:nvPr/>
        </p:nvSpPr>
        <p:spPr bwMode="auto">
          <a:xfrm>
            <a:off x="381000" y="152400"/>
            <a:ext cx="8382000" cy="613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200" b="1" u="sng"/>
              <a:t>Nesting of Macros</a:t>
            </a:r>
          </a:p>
          <a:p>
            <a:r>
              <a:rPr lang="en-US" altLang="en-US" sz="2800"/>
              <a:t>A </a:t>
            </a:r>
            <a:r>
              <a:rPr lang="en-US" altLang="en-US" sz="2800" b="1"/>
              <a:t>#define</a:t>
            </a:r>
            <a:r>
              <a:rPr lang="en-US" altLang="en-US" sz="2800"/>
              <a:t> directive can be used to replace a condition as shown below:</a:t>
            </a:r>
          </a:p>
          <a:p>
            <a:endParaRPr lang="en-US" altLang="en-US" sz="2800"/>
          </a:p>
          <a:p>
            <a:r>
              <a:rPr lang="en-US" altLang="en-US" sz="2800"/>
              <a:t>#define AND &amp;&amp;</a:t>
            </a:r>
          </a:p>
          <a:p>
            <a:r>
              <a:rPr lang="en-US" altLang="en-US" sz="2800"/>
              <a:t>#define RANGE (a&gt;25 AND a&lt;50)</a:t>
            </a:r>
          </a:p>
          <a:p>
            <a:r>
              <a:rPr lang="en-US" altLang="en-US" sz="2800"/>
              <a:t>main()</a:t>
            </a:r>
          </a:p>
          <a:p>
            <a:r>
              <a:rPr lang="en-US" altLang="en-US" sz="2800"/>
              <a:t>{</a:t>
            </a:r>
          </a:p>
          <a:p>
            <a:r>
              <a:rPr lang="en-US" altLang="en-US" sz="2800"/>
              <a:t>	int a=30;</a:t>
            </a:r>
          </a:p>
          <a:p>
            <a:r>
              <a:rPr lang="en-US" altLang="en-US" sz="2800"/>
              <a:t>	if(RANGE)</a:t>
            </a:r>
          </a:p>
          <a:p>
            <a:r>
              <a:rPr lang="en-US" altLang="en-US" sz="2800"/>
              <a:t>		printf("Within Range");</a:t>
            </a:r>
          </a:p>
          <a:p>
            <a:r>
              <a:rPr lang="en-US" altLang="en-US" sz="2800"/>
              <a:t>	else </a:t>
            </a:r>
          </a:p>
          <a:p>
            <a:r>
              <a:rPr lang="en-US" altLang="en-US" sz="2800"/>
              <a:t>		printf("Out of range");</a:t>
            </a:r>
          </a:p>
          <a:p>
            <a:r>
              <a:rPr lang="en-US" altLang="en-US" sz="280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F1FB6BC-8AAC-303E-4285-797BCCAB4FED}"/>
              </a:ext>
            </a:extLst>
          </p:cNvPr>
          <p:cNvSpPr>
            <a:spLocks noGrp="1"/>
          </p:cNvSpPr>
          <p:nvPr>
            <p:ph type="sldNum" sz="quarter" idx="12"/>
          </p:nvPr>
        </p:nvSpPr>
        <p:spPr/>
        <p:txBody>
          <a:bodyPr/>
          <a:lstStyle/>
          <a:p>
            <a:fld id="{93DDEB52-94FF-4124-BE42-D538280D72A8}" type="slidenum">
              <a:rPr lang="en-US" altLang="en-US"/>
              <a:pPr/>
              <a:t>10</a:t>
            </a:fld>
            <a:endParaRPr lang="en-US" altLang="en-US"/>
          </a:p>
        </p:txBody>
      </p:sp>
      <p:sp>
        <p:nvSpPr>
          <p:cNvPr id="52227" name="Rectangle 3">
            <a:extLst>
              <a:ext uri="{FF2B5EF4-FFF2-40B4-BE49-F238E27FC236}">
                <a16:creationId xmlns:a16="http://schemas.microsoft.com/office/drawing/2014/main" id="{7EA752B7-11A2-B409-CFBA-571E55442DE2}"/>
              </a:ext>
            </a:extLst>
          </p:cNvPr>
          <p:cNvSpPr>
            <a:spLocks noGrp="1" noChangeArrowheads="1"/>
          </p:cNvSpPr>
          <p:nvPr>
            <p:ph type="body" idx="1"/>
          </p:nvPr>
        </p:nvSpPr>
        <p:spPr>
          <a:xfrm>
            <a:off x="228600" y="1219200"/>
            <a:ext cx="8610600" cy="4953000"/>
          </a:xfrm>
        </p:spPr>
        <p:txBody>
          <a:bodyPr/>
          <a:lstStyle/>
          <a:p>
            <a:pPr algn="just">
              <a:lnSpc>
                <a:spcPct val="90000"/>
              </a:lnSpc>
            </a:pPr>
            <a:r>
              <a:rPr lang="en-US" altLang="en-US" sz="2800"/>
              <a:t>Look at the following macro: </a:t>
            </a:r>
          </a:p>
          <a:p>
            <a:pPr algn="just">
              <a:lnSpc>
                <a:spcPct val="90000"/>
              </a:lnSpc>
            </a:pPr>
            <a:r>
              <a:rPr lang="en-US" altLang="en-US" sz="2800" b="1">
                <a:solidFill>
                  <a:srgbClr val="0000FF"/>
                </a:solidFill>
              </a:rPr>
              <a:t>#define </a:t>
            </a:r>
            <a:r>
              <a:rPr lang="en-US" altLang="en-US" sz="2800" b="1"/>
              <a:t>SUM(x, y) ((x) + (y))</a:t>
            </a:r>
            <a:r>
              <a:rPr lang="en-US" altLang="en-US" sz="2800" b="1">
                <a:solidFill>
                  <a:srgbClr val="0000FF"/>
                </a:solidFill>
              </a:rPr>
              <a:t> </a:t>
            </a:r>
          </a:p>
          <a:p>
            <a:pPr algn="just">
              <a:lnSpc>
                <a:spcPct val="90000"/>
              </a:lnSpc>
            </a:pPr>
            <a:r>
              <a:rPr lang="en-US" altLang="en-US" sz="2800"/>
              <a:t>If this macro is defined in our code, we can use it anywhere in our program to calculate a sum. </a:t>
            </a:r>
          </a:p>
          <a:p>
            <a:pPr algn="just">
              <a:lnSpc>
                <a:spcPct val="90000"/>
              </a:lnSpc>
            </a:pPr>
            <a:r>
              <a:rPr lang="en-US" altLang="en-US" sz="2800"/>
              <a:t>The x and y will act as parameters, just like in a function.</a:t>
            </a:r>
          </a:p>
          <a:p>
            <a:pPr algn="just">
              <a:lnSpc>
                <a:spcPct val="90000"/>
              </a:lnSpc>
            </a:pPr>
            <a:r>
              <a:rPr lang="en-US" altLang="en-US" sz="2800"/>
              <a:t>For example: </a:t>
            </a:r>
            <a:r>
              <a:rPr lang="en-US" altLang="en-US" sz="2800" b="1"/>
              <a:t>answer = SUM(10, 5);</a:t>
            </a:r>
            <a:r>
              <a:rPr lang="en-US" altLang="en-US" sz="2800"/>
              <a:t> </a:t>
            </a:r>
          </a:p>
          <a:p>
            <a:pPr algn="just">
              <a:lnSpc>
                <a:spcPct val="90000"/>
              </a:lnSpc>
            </a:pPr>
            <a:r>
              <a:rPr lang="en-US" altLang="en-US" sz="2800" b="1"/>
              <a:t>printf( "Here is the sum: %f\n", SUM(3.2, 5.5) );</a:t>
            </a:r>
            <a:r>
              <a:rPr lang="en-US" altLang="en-US" sz="2800"/>
              <a:t> </a:t>
            </a:r>
          </a:p>
          <a:p>
            <a:pPr algn="just">
              <a:lnSpc>
                <a:spcPct val="90000"/>
              </a:lnSpc>
            </a:pPr>
            <a:r>
              <a:rPr lang="en-US" altLang="en-US" sz="2800"/>
              <a:t>Notice that the type of the parameter does not matter for macros. Any kind of </a:t>
            </a:r>
            <a:r>
              <a:rPr lang="en-US" altLang="en-US" sz="2800">
                <a:solidFill>
                  <a:srgbClr val="0000FF"/>
                </a:solidFill>
              </a:rPr>
              <a:t>number (integer or real)</a:t>
            </a:r>
            <a:r>
              <a:rPr lang="en-US" altLang="en-US" sz="2800"/>
              <a:t> will work. </a:t>
            </a:r>
          </a:p>
        </p:txBody>
      </p:sp>
      <p:sp>
        <p:nvSpPr>
          <p:cNvPr id="52229" name="Rectangle 5">
            <a:extLst>
              <a:ext uri="{FF2B5EF4-FFF2-40B4-BE49-F238E27FC236}">
                <a16:creationId xmlns:a16="http://schemas.microsoft.com/office/drawing/2014/main" id="{BD0A1F03-FE12-ABAF-91ED-A4B413309CEF}"/>
              </a:ext>
            </a:extLst>
          </p:cNvPr>
          <p:cNvSpPr>
            <a:spLocks noGrp="1" noChangeArrowheads="1"/>
          </p:cNvSpPr>
          <p:nvPr>
            <p:ph type="title"/>
          </p:nvPr>
        </p:nvSpPr>
        <p:spPr>
          <a:xfrm>
            <a:off x="457200" y="274638"/>
            <a:ext cx="8229600" cy="792162"/>
          </a:xfrm>
          <a:noFill/>
          <a:ln/>
        </p:spPr>
        <p:txBody>
          <a:bodyPr/>
          <a:lstStyle/>
          <a:p>
            <a:r>
              <a:rPr lang="en-US" altLang="en-US" b="1" u="sng"/>
              <a:t>Macros with Arguments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1E2E1CE-945D-42ED-ABDE-C90C1145150E}"/>
              </a:ext>
            </a:extLst>
          </p:cNvPr>
          <p:cNvSpPr>
            <a:spLocks noGrp="1"/>
          </p:cNvSpPr>
          <p:nvPr>
            <p:ph type="sldNum" sz="quarter" idx="12"/>
          </p:nvPr>
        </p:nvSpPr>
        <p:spPr/>
        <p:txBody>
          <a:bodyPr/>
          <a:lstStyle/>
          <a:p>
            <a:fld id="{335B42E3-8A13-4987-9287-57BDCE6F85FC}" type="slidenum">
              <a:rPr lang="en-US" altLang="en-US"/>
              <a:pPr/>
              <a:t>11</a:t>
            </a:fld>
            <a:endParaRPr lang="en-US" altLang="en-US"/>
          </a:p>
        </p:txBody>
      </p:sp>
      <p:sp>
        <p:nvSpPr>
          <p:cNvPr id="53251" name="Rectangle 3">
            <a:extLst>
              <a:ext uri="{FF2B5EF4-FFF2-40B4-BE49-F238E27FC236}">
                <a16:creationId xmlns:a16="http://schemas.microsoft.com/office/drawing/2014/main" id="{B97CF131-BBDB-78FA-A0ED-D1D3187CEDF4}"/>
              </a:ext>
            </a:extLst>
          </p:cNvPr>
          <p:cNvSpPr>
            <a:spLocks noGrp="1" noChangeArrowheads="1"/>
          </p:cNvSpPr>
          <p:nvPr>
            <p:ph type="body" idx="1"/>
          </p:nvPr>
        </p:nvSpPr>
        <p:spPr>
          <a:xfrm>
            <a:off x="228600" y="381000"/>
            <a:ext cx="8610600" cy="6019800"/>
          </a:xfrm>
        </p:spPr>
        <p:txBody>
          <a:bodyPr/>
          <a:lstStyle/>
          <a:p>
            <a:pPr>
              <a:lnSpc>
                <a:spcPct val="90000"/>
              </a:lnSpc>
            </a:pPr>
            <a:r>
              <a:rPr lang="en-US" altLang="en-US" sz="2800">
                <a:solidFill>
                  <a:srgbClr val="0000FF"/>
                </a:solidFill>
              </a:rPr>
              <a:t>#define </a:t>
            </a:r>
            <a:r>
              <a:rPr lang="en-US" altLang="en-US" sz="2800"/>
              <a:t>MIN(x, y) (((x) &lt; (y)) ? (x) : (y))</a:t>
            </a:r>
            <a:r>
              <a:rPr lang="en-US" altLang="en-US" sz="2800">
                <a:solidFill>
                  <a:srgbClr val="0000FF"/>
                </a:solidFill>
              </a:rPr>
              <a:t> </a:t>
            </a:r>
          </a:p>
          <a:p>
            <a:pPr>
              <a:lnSpc>
                <a:spcPct val="90000"/>
              </a:lnSpc>
            </a:pPr>
            <a:r>
              <a:rPr lang="en-US" altLang="en-US" sz="2800">
                <a:solidFill>
                  <a:srgbClr val="0000FF"/>
                </a:solidFill>
              </a:rPr>
              <a:t>#define </a:t>
            </a:r>
            <a:r>
              <a:rPr lang="en-US" altLang="en-US" sz="2800"/>
              <a:t>MAX(x, y) (((x) &gt; (y)) ? (x) : (y))</a:t>
            </a:r>
            <a:r>
              <a:rPr lang="en-US" altLang="en-US" sz="2800">
                <a:solidFill>
                  <a:srgbClr val="0000FF"/>
                </a:solidFill>
              </a:rPr>
              <a:t> </a:t>
            </a:r>
          </a:p>
          <a:p>
            <a:pPr>
              <a:lnSpc>
                <a:spcPct val="90000"/>
              </a:lnSpc>
            </a:pPr>
            <a:r>
              <a:rPr lang="en-US" altLang="en-US" sz="2800">
                <a:solidFill>
                  <a:srgbClr val="0000FF"/>
                </a:solidFill>
              </a:rPr>
              <a:t>#define </a:t>
            </a:r>
            <a:r>
              <a:rPr lang="en-US" altLang="en-US" sz="2800"/>
              <a:t>SQUARE(x) ((x) * (x))</a:t>
            </a:r>
            <a:r>
              <a:rPr lang="en-US" altLang="en-US" sz="2800">
                <a:solidFill>
                  <a:srgbClr val="0000FF"/>
                </a:solidFill>
              </a:rPr>
              <a:t> </a:t>
            </a:r>
          </a:p>
          <a:p>
            <a:pPr>
              <a:lnSpc>
                <a:spcPct val="90000"/>
              </a:lnSpc>
            </a:pPr>
            <a:r>
              <a:rPr lang="en-US" altLang="en-US" sz="2800">
                <a:solidFill>
                  <a:srgbClr val="0000FF"/>
                </a:solidFill>
              </a:rPr>
              <a:t>#define </a:t>
            </a:r>
            <a:r>
              <a:rPr lang="en-US" altLang="en-US" sz="2800"/>
              <a:t>CUBE(x) ((x) * (x) * (x))</a:t>
            </a:r>
            <a:r>
              <a:rPr lang="en-US" altLang="en-US" sz="2800">
                <a:solidFill>
                  <a:srgbClr val="0000FF"/>
                </a:solidFill>
              </a:rPr>
              <a:t> </a:t>
            </a:r>
          </a:p>
          <a:p>
            <a:pPr>
              <a:lnSpc>
                <a:spcPct val="90000"/>
              </a:lnSpc>
            </a:pPr>
            <a:r>
              <a:rPr lang="en-US" altLang="en-US" sz="2800"/>
              <a:t>When creating macros with parameters, the first thing to remember is </a:t>
            </a:r>
            <a:r>
              <a:rPr lang="en-US" altLang="en-US" sz="2800">
                <a:solidFill>
                  <a:srgbClr val="0000FF"/>
                </a:solidFill>
              </a:rPr>
              <a:t>not to leave space between the macro name, and the parameter list</a:t>
            </a:r>
            <a:r>
              <a:rPr lang="en-US" altLang="en-US" sz="2800"/>
              <a:t>. </a:t>
            </a:r>
          </a:p>
          <a:p>
            <a:pPr>
              <a:lnSpc>
                <a:spcPct val="90000"/>
              </a:lnSpc>
            </a:pPr>
            <a:r>
              <a:rPr lang="en-US" altLang="en-US" sz="2800"/>
              <a:t>With macros, the short hand statement, MIN(a, b), for example gets replaced with the long hand text. </a:t>
            </a:r>
          </a:p>
          <a:p>
            <a:pPr>
              <a:lnSpc>
                <a:spcPct val="90000"/>
              </a:lnSpc>
            </a:pPr>
            <a:r>
              <a:rPr lang="en-US" altLang="en-US" sz="2800"/>
              <a:t>So, a correct macro replacement might look like this: </a:t>
            </a:r>
          </a:p>
          <a:p>
            <a:pPr>
              <a:lnSpc>
                <a:spcPct val="90000"/>
              </a:lnSpc>
            </a:pPr>
            <a:r>
              <a:rPr lang="en-US" altLang="en-US" sz="2800"/>
              <a:t>a = SQUARE(7); //Before replacement </a:t>
            </a:r>
          </a:p>
          <a:p>
            <a:pPr>
              <a:lnSpc>
                <a:spcPct val="90000"/>
              </a:lnSpc>
            </a:pPr>
            <a:r>
              <a:rPr lang="en-US" altLang="en-US" sz="2800"/>
              <a:t>a = ((7) * (7)); //After replacement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A4407E4-A2D2-C917-E41D-EF1E6B5DCF62}"/>
              </a:ext>
            </a:extLst>
          </p:cNvPr>
          <p:cNvSpPr>
            <a:spLocks noGrp="1"/>
          </p:cNvSpPr>
          <p:nvPr>
            <p:ph type="sldNum" sz="quarter" idx="12"/>
          </p:nvPr>
        </p:nvSpPr>
        <p:spPr/>
        <p:txBody>
          <a:bodyPr/>
          <a:lstStyle/>
          <a:p>
            <a:fld id="{D2037A89-F13A-4137-A856-34E6F2298E15}" type="slidenum">
              <a:rPr lang="en-US" altLang="en-US"/>
              <a:pPr/>
              <a:t>12</a:t>
            </a:fld>
            <a:endParaRPr lang="en-US" altLang="en-US"/>
          </a:p>
        </p:txBody>
      </p:sp>
      <p:sp>
        <p:nvSpPr>
          <p:cNvPr id="58371" name="Rectangle 3">
            <a:extLst>
              <a:ext uri="{FF2B5EF4-FFF2-40B4-BE49-F238E27FC236}">
                <a16:creationId xmlns:a16="http://schemas.microsoft.com/office/drawing/2014/main" id="{DDB4FF9A-D836-3F4A-25CE-B7DB68453EEE}"/>
              </a:ext>
            </a:extLst>
          </p:cNvPr>
          <p:cNvSpPr>
            <a:spLocks noGrp="1" noChangeArrowheads="1"/>
          </p:cNvSpPr>
          <p:nvPr>
            <p:ph type="body" idx="1"/>
          </p:nvPr>
        </p:nvSpPr>
        <p:spPr>
          <a:xfrm>
            <a:off x="0" y="457200"/>
            <a:ext cx="9144000" cy="5668963"/>
          </a:xfrm>
        </p:spPr>
        <p:txBody>
          <a:bodyPr/>
          <a:lstStyle/>
          <a:p>
            <a:r>
              <a:rPr lang="en-US" altLang="en-US" dirty="0"/>
              <a:t>The following definition </a:t>
            </a:r>
          </a:p>
          <a:p>
            <a:r>
              <a:rPr lang="en-US" altLang="en-US" dirty="0"/>
              <a:t>#define PRINT(</a:t>
            </a:r>
            <a:r>
              <a:rPr lang="en-US" altLang="en-US" dirty="0" err="1"/>
              <a:t>variable,format</a:t>
            </a:r>
            <a:r>
              <a:rPr lang="en-US" altLang="en-US" dirty="0"/>
              <a:t>) </a:t>
            </a:r>
            <a:r>
              <a:rPr lang="en-US" altLang="en-US" dirty="0" err="1"/>
              <a:t>printf</a:t>
            </a:r>
            <a:r>
              <a:rPr lang="en-US" altLang="en-US" dirty="0"/>
              <a:t>(“variable=%format\</a:t>
            </a:r>
            <a:r>
              <a:rPr lang="en-US" altLang="en-US" dirty="0" err="1"/>
              <a:t>n”,variable</a:t>
            </a:r>
            <a:r>
              <a:rPr lang="en-US" altLang="en-US" dirty="0"/>
              <a:t>)</a:t>
            </a:r>
          </a:p>
          <a:p>
            <a:r>
              <a:rPr lang="en-US" altLang="en-US" dirty="0"/>
              <a:t>can be called as</a:t>
            </a:r>
          </a:p>
          <a:p>
            <a:r>
              <a:rPr lang="en-US" altLang="en-US" dirty="0"/>
              <a:t>PRINT(price x </a:t>
            </a:r>
            <a:r>
              <a:rPr lang="en-US" altLang="en-US" dirty="0" err="1"/>
              <a:t>quantity,f</a:t>
            </a:r>
            <a:r>
              <a:rPr lang="en-US" altLang="en-US" dirty="0"/>
              <a:t>);</a:t>
            </a:r>
          </a:p>
          <a:p>
            <a:r>
              <a:rPr lang="en-US" altLang="en-US" dirty="0"/>
              <a:t>The preprocessor will expand this as:</a:t>
            </a:r>
          </a:p>
          <a:p>
            <a:r>
              <a:rPr lang="en-US" altLang="en-US" dirty="0" err="1"/>
              <a:t>printf</a:t>
            </a:r>
            <a:r>
              <a:rPr lang="en-US" altLang="en-US" dirty="0"/>
              <a:t>(“price x quantity = %f\</a:t>
            </a:r>
            <a:r>
              <a:rPr lang="en-US" altLang="en-US" dirty="0" err="1"/>
              <a:t>n”,price</a:t>
            </a:r>
            <a:r>
              <a:rPr lang="en-US" altLang="en-US" dirty="0"/>
              <a:t> x quantity);</a:t>
            </a:r>
          </a:p>
          <a:p>
            <a:r>
              <a:rPr lang="en-US" altLang="en-US" dirty="0"/>
              <a:t>It replaced the variable with price x quantity and format with 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FD52E82-B50F-14D4-91E5-F826345804B5}"/>
              </a:ext>
            </a:extLst>
          </p:cNvPr>
          <p:cNvSpPr>
            <a:spLocks noGrp="1"/>
          </p:cNvSpPr>
          <p:nvPr>
            <p:ph type="sldNum" sz="quarter" idx="12"/>
          </p:nvPr>
        </p:nvSpPr>
        <p:spPr/>
        <p:txBody>
          <a:bodyPr/>
          <a:lstStyle/>
          <a:p>
            <a:fld id="{7CD25BC6-0C27-4B5C-BE13-CCB66DB691D0}" type="slidenum">
              <a:rPr lang="en-US" altLang="en-US"/>
              <a:pPr/>
              <a:t>13</a:t>
            </a:fld>
            <a:endParaRPr lang="en-US" altLang="en-US"/>
          </a:p>
        </p:txBody>
      </p:sp>
      <p:sp>
        <p:nvSpPr>
          <p:cNvPr id="54276" name="Rectangle 4">
            <a:extLst>
              <a:ext uri="{FF2B5EF4-FFF2-40B4-BE49-F238E27FC236}">
                <a16:creationId xmlns:a16="http://schemas.microsoft.com/office/drawing/2014/main" id="{CEB1DE1F-B4A4-B269-280A-B78A8FB68187}"/>
              </a:ext>
            </a:extLst>
          </p:cNvPr>
          <p:cNvSpPr>
            <a:spLocks noChangeArrowheads="1"/>
          </p:cNvSpPr>
          <p:nvPr/>
        </p:nvSpPr>
        <p:spPr bwMode="auto">
          <a:xfrm>
            <a:off x="381000" y="609600"/>
            <a:ext cx="83820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#define AREA(x) (3.14*x*x)</a:t>
            </a:r>
          </a:p>
          <a:p>
            <a:r>
              <a:rPr lang="en-US" altLang="en-US" sz="2800"/>
              <a:t>main()</a:t>
            </a:r>
          </a:p>
          <a:p>
            <a:r>
              <a:rPr lang="en-US" altLang="en-US" sz="2800"/>
              <a:t>{</a:t>
            </a:r>
          </a:p>
          <a:p>
            <a:r>
              <a:rPr lang="en-US" altLang="en-US" sz="2800"/>
              <a:t>	float r1=1.5,r2=2.5,a;</a:t>
            </a:r>
          </a:p>
          <a:p>
            <a:r>
              <a:rPr lang="en-US" altLang="en-US" sz="2800"/>
              <a:t>	a=AREA(r1);</a:t>
            </a:r>
          </a:p>
          <a:p>
            <a:r>
              <a:rPr lang="en-US" altLang="en-US" sz="2800"/>
              <a:t>	printf("\nArea of circle with r1=%f",a);</a:t>
            </a:r>
          </a:p>
          <a:p>
            <a:r>
              <a:rPr lang="en-US" altLang="en-US" sz="2800"/>
              <a:t>	a=AREA(r2);</a:t>
            </a:r>
          </a:p>
          <a:p>
            <a:r>
              <a:rPr lang="en-US" altLang="en-US" sz="2800"/>
              <a:t>	printf("\nArea of circle with r2=%f",a);</a:t>
            </a:r>
          </a:p>
          <a:p>
            <a:r>
              <a:rPr lang="en-US" altLang="en-US" sz="2800"/>
              <a:t>}</a:t>
            </a:r>
          </a:p>
          <a:p>
            <a:r>
              <a:rPr lang="en-US" altLang="en-US" sz="2800" b="1" u="sng">
                <a:solidFill>
                  <a:srgbClr val="0000FF"/>
                </a:solidFill>
              </a:rPr>
              <a:t>NOTE:</a:t>
            </a:r>
            <a:r>
              <a:rPr lang="en-US" altLang="en-US" sz="2800">
                <a:solidFill>
                  <a:srgbClr val="0000FF"/>
                </a:solidFill>
              </a:rPr>
              <a:t> There should be no space between AREA and (x), otherwise, compilation error will be there.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E0F0D8-61AE-EDCE-F858-83B7DF533918}"/>
              </a:ext>
            </a:extLst>
          </p:cNvPr>
          <p:cNvSpPr>
            <a:spLocks noGrp="1"/>
          </p:cNvSpPr>
          <p:nvPr>
            <p:ph type="sldNum" sz="quarter" idx="12"/>
          </p:nvPr>
        </p:nvSpPr>
        <p:spPr/>
        <p:txBody>
          <a:bodyPr/>
          <a:lstStyle/>
          <a:p>
            <a:fld id="{9C5F5E60-36AD-411F-8314-2918BCC0F17A}" type="slidenum">
              <a:rPr lang="en-US" altLang="en-US"/>
              <a:pPr/>
              <a:t>14</a:t>
            </a:fld>
            <a:endParaRPr lang="en-US" altLang="en-US"/>
          </a:p>
        </p:txBody>
      </p:sp>
      <p:sp>
        <p:nvSpPr>
          <p:cNvPr id="15364" name="Rectangle 4">
            <a:extLst>
              <a:ext uri="{FF2B5EF4-FFF2-40B4-BE49-F238E27FC236}">
                <a16:creationId xmlns:a16="http://schemas.microsoft.com/office/drawing/2014/main" id="{91EB4456-74DA-9336-3BD8-8C07879C0D13}"/>
              </a:ext>
            </a:extLst>
          </p:cNvPr>
          <p:cNvSpPr>
            <a:spLocks noChangeArrowheads="1"/>
          </p:cNvSpPr>
          <p:nvPr/>
        </p:nvSpPr>
        <p:spPr bwMode="auto">
          <a:xfrm>
            <a:off x="228600" y="119063"/>
            <a:ext cx="4800600" cy="326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#define SQUARE(n) </a:t>
            </a:r>
            <a:r>
              <a:rPr lang="en-US" altLang="en-US" sz="4000" b="1"/>
              <a:t>(n*n)</a:t>
            </a:r>
          </a:p>
          <a:p>
            <a:r>
              <a:rPr lang="en-US" altLang="en-US" sz="2800"/>
              <a:t>main()</a:t>
            </a:r>
          </a:p>
          <a:p>
            <a:r>
              <a:rPr lang="en-US" altLang="en-US" sz="2800"/>
              <a:t>{</a:t>
            </a:r>
          </a:p>
          <a:p>
            <a:r>
              <a:rPr lang="en-US" altLang="en-US" sz="2800"/>
              <a:t>	int j;</a:t>
            </a:r>
          </a:p>
          <a:p>
            <a:r>
              <a:rPr lang="en-US" altLang="en-US" sz="2800"/>
              <a:t>	j=64/SQUARE(4);</a:t>
            </a:r>
          </a:p>
          <a:p>
            <a:r>
              <a:rPr lang="en-US" altLang="en-US" sz="2800"/>
              <a:t>	printf(“j=%d",j); </a:t>
            </a:r>
          </a:p>
          <a:p>
            <a:r>
              <a:rPr lang="en-US" altLang="en-US" sz="2800"/>
              <a:t>}</a:t>
            </a:r>
          </a:p>
        </p:txBody>
      </p:sp>
      <p:sp>
        <p:nvSpPr>
          <p:cNvPr id="15365" name="Rectangle 5">
            <a:extLst>
              <a:ext uri="{FF2B5EF4-FFF2-40B4-BE49-F238E27FC236}">
                <a16:creationId xmlns:a16="http://schemas.microsoft.com/office/drawing/2014/main" id="{92C2BDD6-CA49-984D-1210-D28AED2EBD6F}"/>
              </a:ext>
            </a:extLst>
          </p:cNvPr>
          <p:cNvSpPr>
            <a:spLocks noChangeArrowheads="1"/>
          </p:cNvSpPr>
          <p:nvPr/>
        </p:nvSpPr>
        <p:spPr bwMode="auto">
          <a:xfrm>
            <a:off x="228600" y="3548063"/>
            <a:ext cx="4572000" cy="326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#define SQUARE(n)  </a:t>
            </a:r>
            <a:r>
              <a:rPr lang="en-US" altLang="en-US" sz="4000" b="1"/>
              <a:t>n*n</a:t>
            </a:r>
            <a:r>
              <a:rPr lang="en-US" altLang="en-US" sz="2800"/>
              <a:t> </a:t>
            </a:r>
          </a:p>
          <a:p>
            <a:r>
              <a:rPr lang="en-US" altLang="en-US" sz="2800"/>
              <a:t>main()</a:t>
            </a:r>
          </a:p>
          <a:p>
            <a:r>
              <a:rPr lang="en-US" altLang="en-US" sz="2800"/>
              <a:t>{</a:t>
            </a:r>
          </a:p>
          <a:p>
            <a:r>
              <a:rPr lang="en-US" altLang="en-US" sz="2800"/>
              <a:t>	int j;</a:t>
            </a:r>
          </a:p>
          <a:p>
            <a:r>
              <a:rPr lang="en-US" altLang="en-US" sz="2800"/>
              <a:t>	j=64/SQUARE(4);</a:t>
            </a:r>
          </a:p>
          <a:p>
            <a:r>
              <a:rPr lang="en-US" altLang="en-US" sz="2800"/>
              <a:t>	printf("j=%d",j); </a:t>
            </a:r>
          </a:p>
          <a:p>
            <a:r>
              <a:rPr lang="en-US" altLang="en-US" sz="2800"/>
              <a:t>}</a:t>
            </a:r>
          </a:p>
        </p:txBody>
      </p:sp>
      <p:sp>
        <p:nvSpPr>
          <p:cNvPr id="15366" name="Rectangle 6">
            <a:extLst>
              <a:ext uri="{FF2B5EF4-FFF2-40B4-BE49-F238E27FC236}">
                <a16:creationId xmlns:a16="http://schemas.microsoft.com/office/drawing/2014/main" id="{5179E39D-21AF-F964-D456-82C9A1AE7880}"/>
              </a:ext>
            </a:extLst>
          </p:cNvPr>
          <p:cNvSpPr>
            <a:spLocks noChangeArrowheads="1"/>
          </p:cNvSpPr>
          <p:nvPr/>
        </p:nvSpPr>
        <p:spPr bwMode="auto">
          <a:xfrm>
            <a:off x="5029200" y="914400"/>
            <a:ext cx="3810000"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buFontTx/>
              <a:buChar char="•"/>
            </a:pPr>
            <a:r>
              <a:rPr lang="en-US" altLang="en-US" sz="3200"/>
              <a:t> </a:t>
            </a:r>
            <a:r>
              <a:rPr lang="en-US" altLang="en-US" sz="3200" b="1" u="sng"/>
              <a:t>NOTE:</a:t>
            </a:r>
            <a:r>
              <a:rPr lang="en-US" altLang="en-US" sz="3200"/>
              <a:t> The entire macro expansion should be enclosed within parentheses.</a:t>
            </a:r>
            <a:endParaRPr lang="en-US" altLang="en-US" sz="2800"/>
          </a:p>
        </p:txBody>
      </p:sp>
      <p:sp>
        <p:nvSpPr>
          <p:cNvPr id="15367" name="Rectangle 7">
            <a:extLst>
              <a:ext uri="{FF2B5EF4-FFF2-40B4-BE49-F238E27FC236}">
                <a16:creationId xmlns:a16="http://schemas.microsoft.com/office/drawing/2014/main" id="{7AFAA51B-9638-96F8-9945-C603694D4979}"/>
              </a:ext>
            </a:extLst>
          </p:cNvPr>
          <p:cNvSpPr>
            <a:spLocks noChangeArrowheads="1"/>
          </p:cNvSpPr>
          <p:nvPr/>
        </p:nvSpPr>
        <p:spPr bwMode="auto">
          <a:xfrm>
            <a:off x="5181600" y="3200400"/>
            <a:ext cx="30480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u="sng"/>
              <a:t>OUTPUT:</a:t>
            </a:r>
          </a:p>
          <a:p>
            <a:r>
              <a:rPr lang="en-US" altLang="en-US" sz="2800"/>
              <a:t>j=4</a:t>
            </a:r>
          </a:p>
          <a:p>
            <a:r>
              <a:rPr lang="en-US" altLang="en-US" sz="2800"/>
              <a:t>j=64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1" nodeType="clickEffect">
                                  <p:stCondLst>
                                    <p:cond delay="0"/>
                                  </p:stCondLst>
                                  <p:childTnLst>
                                    <p:set>
                                      <p:cBhvr>
                                        <p:cTn id="6" dur="1" fill="hold">
                                          <p:stCondLst>
                                            <p:cond delay="0"/>
                                          </p:stCondLst>
                                        </p:cTn>
                                        <p:tgtEl>
                                          <p:spTgt spid="15367"/>
                                        </p:tgtEl>
                                        <p:attrNameLst>
                                          <p:attrName>style.visibility</p:attrName>
                                        </p:attrNameLst>
                                      </p:cBhvr>
                                      <p:to>
                                        <p:strVal val="visible"/>
                                      </p:to>
                                    </p:set>
                                    <p:animEffect transition="in" filter="blinds(horizontal)">
                                      <p:cBhvr>
                                        <p:cTn id="7" dur="500"/>
                                        <p:tgtEl>
                                          <p:spTgt spid="15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7"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4DF9AA-6B7E-537C-5148-60FACA528F02}"/>
              </a:ext>
            </a:extLst>
          </p:cNvPr>
          <p:cNvSpPr>
            <a:spLocks noGrp="1"/>
          </p:cNvSpPr>
          <p:nvPr>
            <p:ph type="sldNum" sz="quarter" idx="12"/>
          </p:nvPr>
        </p:nvSpPr>
        <p:spPr/>
        <p:txBody>
          <a:bodyPr/>
          <a:lstStyle/>
          <a:p>
            <a:fld id="{F159CD68-07C0-4AD2-AE0A-A9A2BB7DDD5B}" type="slidenum">
              <a:rPr lang="en-US" altLang="en-US"/>
              <a:pPr/>
              <a:t>15</a:t>
            </a:fld>
            <a:endParaRPr lang="en-US" altLang="en-US"/>
          </a:p>
        </p:txBody>
      </p:sp>
      <p:sp>
        <p:nvSpPr>
          <p:cNvPr id="37890" name="Rectangle 2">
            <a:extLst>
              <a:ext uri="{FF2B5EF4-FFF2-40B4-BE49-F238E27FC236}">
                <a16:creationId xmlns:a16="http://schemas.microsoft.com/office/drawing/2014/main" id="{2092CCC9-9E8F-329B-37B0-5C449EF314C8}"/>
              </a:ext>
            </a:extLst>
          </p:cNvPr>
          <p:cNvSpPr>
            <a:spLocks noChangeArrowheads="1"/>
          </p:cNvSpPr>
          <p:nvPr/>
        </p:nvSpPr>
        <p:spPr bwMode="auto">
          <a:xfrm>
            <a:off x="457200" y="457200"/>
            <a:ext cx="7848600"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3200"/>
              <a:t>#define PRODUCT(x) (x*x)</a:t>
            </a:r>
          </a:p>
          <a:p>
            <a:r>
              <a:rPr lang="en-US" altLang="en-US" sz="3200"/>
              <a:t>main()</a:t>
            </a:r>
          </a:p>
          <a:p>
            <a:r>
              <a:rPr lang="en-US" altLang="en-US" sz="3200"/>
              <a:t>{</a:t>
            </a:r>
          </a:p>
          <a:p>
            <a:r>
              <a:rPr lang="en-US" altLang="en-US" sz="3200"/>
              <a:t>	int i=3,j;</a:t>
            </a:r>
          </a:p>
          <a:p>
            <a:r>
              <a:rPr lang="en-US" altLang="en-US" sz="3200"/>
              <a:t>	j=PRODUCT(i+1);</a:t>
            </a:r>
          </a:p>
          <a:p>
            <a:r>
              <a:rPr lang="en-US" altLang="en-US" sz="3200"/>
              <a:t>	printf("\nj=%d",j);</a:t>
            </a:r>
          </a:p>
          <a:p>
            <a:r>
              <a:rPr lang="en-US" altLang="en-US" sz="3200"/>
              <a:t>}</a:t>
            </a:r>
          </a:p>
        </p:txBody>
      </p:sp>
      <p:sp>
        <p:nvSpPr>
          <p:cNvPr id="37891" name="Rectangle 3">
            <a:extLst>
              <a:ext uri="{FF2B5EF4-FFF2-40B4-BE49-F238E27FC236}">
                <a16:creationId xmlns:a16="http://schemas.microsoft.com/office/drawing/2014/main" id="{74E54681-4922-16B7-7BA8-91436FDCB2F1}"/>
              </a:ext>
            </a:extLst>
          </p:cNvPr>
          <p:cNvSpPr>
            <a:spLocks noChangeArrowheads="1"/>
          </p:cNvSpPr>
          <p:nvPr/>
        </p:nvSpPr>
        <p:spPr bwMode="auto">
          <a:xfrm>
            <a:off x="381000" y="5029200"/>
            <a:ext cx="60960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u="sng"/>
              <a:t>OUTPUT:</a:t>
            </a:r>
          </a:p>
          <a:p>
            <a:r>
              <a:rPr lang="en-US" altLang="en-US" sz="2800"/>
              <a:t>j=7</a:t>
            </a:r>
          </a:p>
          <a:p>
            <a:r>
              <a:rPr lang="en-US" altLang="en-US" sz="2800"/>
              <a:t>Press any key to continue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blinds(horizontal)">
                                      <p:cBhvr>
                                        <p:cTn id="7" dur="5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AB3266-8C17-7762-1D5E-DF71C1A65C92}"/>
              </a:ext>
            </a:extLst>
          </p:cNvPr>
          <p:cNvSpPr>
            <a:spLocks noGrp="1"/>
          </p:cNvSpPr>
          <p:nvPr>
            <p:ph type="sldNum" sz="quarter" idx="12"/>
          </p:nvPr>
        </p:nvSpPr>
        <p:spPr/>
        <p:txBody>
          <a:bodyPr/>
          <a:lstStyle/>
          <a:p>
            <a:fld id="{B8A1849B-C79C-4933-8660-7E3DF576A0AA}" type="slidenum">
              <a:rPr lang="en-US" altLang="en-US"/>
              <a:pPr/>
              <a:t>16</a:t>
            </a:fld>
            <a:endParaRPr lang="en-US" altLang="en-US"/>
          </a:p>
        </p:txBody>
      </p:sp>
      <p:sp>
        <p:nvSpPr>
          <p:cNvPr id="39938" name="Rectangle 2">
            <a:extLst>
              <a:ext uri="{FF2B5EF4-FFF2-40B4-BE49-F238E27FC236}">
                <a16:creationId xmlns:a16="http://schemas.microsoft.com/office/drawing/2014/main" id="{46585A25-87E0-0902-0538-E93BB00C3964}"/>
              </a:ext>
            </a:extLst>
          </p:cNvPr>
          <p:cNvSpPr>
            <a:spLocks noChangeArrowheads="1"/>
          </p:cNvSpPr>
          <p:nvPr/>
        </p:nvSpPr>
        <p:spPr bwMode="auto">
          <a:xfrm>
            <a:off x="457200" y="457200"/>
            <a:ext cx="7848600"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3200"/>
              <a:t>#define PRODUCT(x) ((x)*(x))</a:t>
            </a:r>
          </a:p>
          <a:p>
            <a:r>
              <a:rPr lang="en-US" altLang="en-US" sz="3200"/>
              <a:t>main()</a:t>
            </a:r>
          </a:p>
          <a:p>
            <a:r>
              <a:rPr lang="en-US" altLang="en-US" sz="3200"/>
              <a:t>{</a:t>
            </a:r>
          </a:p>
          <a:p>
            <a:r>
              <a:rPr lang="en-US" altLang="en-US" sz="3200"/>
              <a:t>	int i=3,j;</a:t>
            </a:r>
          </a:p>
          <a:p>
            <a:r>
              <a:rPr lang="en-US" altLang="en-US" sz="3200"/>
              <a:t>	j=PRODUCT(i+1);</a:t>
            </a:r>
          </a:p>
          <a:p>
            <a:r>
              <a:rPr lang="en-US" altLang="en-US" sz="3200"/>
              <a:t>	printf("\nj=%d",j);</a:t>
            </a:r>
          </a:p>
          <a:p>
            <a:r>
              <a:rPr lang="en-US" altLang="en-US" sz="3200"/>
              <a:t>}</a:t>
            </a:r>
          </a:p>
        </p:txBody>
      </p:sp>
      <p:sp>
        <p:nvSpPr>
          <p:cNvPr id="39939" name="Rectangle 3">
            <a:extLst>
              <a:ext uri="{FF2B5EF4-FFF2-40B4-BE49-F238E27FC236}">
                <a16:creationId xmlns:a16="http://schemas.microsoft.com/office/drawing/2014/main" id="{ABD7668B-E1F2-DC18-4D3C-5926F4377907}"/>
              </a:ext>
            </a:extLst>
          </p:cNvPr>
          <p:cNvSpPr>
            <a:spLocks noChangeArrowheads="1"/>
          </p:cNvSpPr>
          <p:nvPr/>
        </p:nvSpPr>
        <p:spPr bwMode="auto">
          <a:xfrm>
            <a:off x="381000" y="5029200"/>
            <a:ext cx="60960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u="sng"/>
              <a:t>OUTPUT:</a:t>
            </a:r>
          </a:p>
          <a:p>
            <a:r>
              <a:rPr lang="en-US" altLang="en-US" sz="2800"/>
              <a:t>j=16</a:t>
            </a:r>
          </a:p>
          <a:p>
            <a:r>
              <a:rPr lang="en-US" altLang="en-US" sz="2800"/>
              <a:t>Press any key to continue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diamond(in)">
                                      <p:cBhvr>
                                        <p:cTn id="7" dur="2000"/>
                                        <p:tgtEl>
                                          <p:spTgt spid="39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4DB166-F8E6-97B3-6BC4-B2031B1C48F2}"/>
              </a:ext>
            </a:extLst>
          </p:cNvPr>
          <p:cNvSpPr>
            <a:spLocks noGrp="1"/>
          </p:cNvSpPr>
          <p:nvPr>
            <p:ph type="sldNum" sz="quarter" idx="12"/>
          </p:nvPr>
        </p:nvSpPr>
        <p:spPr/>
        <p:txBody>
          <a:bodyPr/>
          <a:lstStyle/>
          <a:p>
            <a:fld id="{4DBAD99A-A83D-4A70-B8A5-21153A02B7E6}" type="slidenum">
              <a:rPr lang="en-US" altLang="en-US"/>
              <a:pPr/>
              <a:t>17</a:t>
            </a:fld>
            <a:endParaRPr lang="en-US" altLang="en-US"/>
          </a:p>
        </p:txBody>
      </p:sp>
      <p:sp>
        <p:nvSpPr>
          <p:cNvPr id="34820" name="Rectangle 4">
            <a:extLst>
              <a:ext uri="{FF2B5EF4-FFF2-40B4-BE49-F238E27FC236}">
                <a16:creationId xmlns:a16="http://schemas.microsoft.com/office/drawing/2014/main" id="{BBB4DC46-5DC7-ED88-A61C-EDDEBC06B67C}"/>
              </a:ext>
            </a:extLst>
          </p:cNvPr>
          <p:cNvSpPr>
            <a:spLocks noChangeArrowheads="1"/>
          </p:cNvSpPr>
          <p:nvPr/>
        </p:nvSpPr>
        <p:spPr bwMode="auto">
          <a:xfrm>
            <a:off x="457200" y="457200"/>
            <a:ext cx="7848600" cy="399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3200"/>
              <a:t>#define PRODUCT(x) (x*x)</a:t>
            </a:r>
          </a:p>
          <a:p>
            <a:r>
              <a:rPr lang="en-US" altLang="en-US" sz="3200"/>
              <a:t>main()</a:t>
            </a:r>
          </a:p>
          <a:p>
            <a:r>
              <a:rPr lang="en-US" altLang="en-US" sz="3200"/>
              <a:t>{</a:t>
            </a:r>
          </a:p>
          <a:p>
            <a:r>
              <a:rPr lang="en-US" altLang="en-US" sz="3200"/>
              <a:t>	int i=3,j,k;</a:t>
            </a:r>
          </a:p>
          <a:p>
            <a:r>
              <a:rPr lang="en-US" altLang="en-US" sz="3200"/>
              <a:t>	j=PRODUCT(i++);</a:t>
            </a:r>
          </a:p>
          <a:p>
            <a:r>
              <a:rPr lang="en-US" altLang="en-US" sz="3200"/>
              <a:t>	k=PRODUCT(++i);</a:t>
            </a:r>
          </a:p>
          <a:p>
            <a:r>
              <a:rPr lang="en-US" altLang="en-US" sz="3200"/>
              <a:t>	printf("\nj=%d and k=%d",j,k);</a:t>
            </a:r>
          </a:p>
          <a:p>
            <a:r>
              <a:rPr lang="en-US" altLang="en-US" sz="3200"/>
              <a:t>}</a:t>
            </a:r>
          </a:p>
        </p:txBody>
      </p:sp>
      <p:sp>
        <p:nvSpPr>
          <p:cNvPr id="34821" name="Rectangle 5">
            <a:extLst>
              <a:ext uri="{FF2B5EF4-FFF2-40B4-BE49-F238E27FC236}">
                <a16:creationId xmlns:a16="http://schemas.microsoft.com/office/drawing/2014/main" id="{6C1EFCAD-E7C7-1F1E-CC5E-BB649081824F}"/>
              </a:ext>
            </a:extLst>
          </p:cNvPr>
          <p:cNvSpPr>
            <a:spLocks noChangeArrowheads="1"/>
          </p:cNvSpPr>
          <p:nvPr/>
        </p:nvSpPr>
        <p:spPr bwMode="auto">
          <a:xfrm>
            <a:off x="152400" y="4951413"/>
            <a:ext cx="76200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u="sng"/>
              <a:t>OUTPUT:</a:t>
            </a:r>
          </a:p>
          <a:p>
            <a:r>
              <a:rPr lang="en-US" altLang="en-US" sz="2800"/>
              <a:t>j=9 and k=49</a:t>
            </a:r>
          </a:p>
          <a:p>
            <a:r>
              <a:rPr lang="en-US" altLang="en-US" sz="2800"/>
              <a:t>Press any key to continue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4821"/>
                                        </p:tgtEl>
                                        <p:attrNameLst>
                                          <p:attrName>style.visibility</p:attrName>
                                        </p:attrNameLst>
                                      </p:cBhvr>
                                      <p:to>
                                        <p:strVal val="visible"/>
                                      </p:to>
                                    </p:set>
                                    <p:animEffect transition="in" filter="diamond(in)">
                                      <p:cBhvr>
                                        <p:cTn id="7" dur="2000"/>
                                        <p:tgtEl>
                                          <p:spTgt spid="34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057C4D-5A28-3221-E1CF-FE18FD4EE9CC}"/>
              </a:ext>
            </a:extLst>
          </p:cNvPr>
          <p:cNvSpPr>
            <a:spLocks noGrp="1"/>
          </p:cNvSpPr>
          <p:nvPr>
            <p:ph type="sldNum" sz="quarter" idx="12"/>
          </p:nvPr>
        </p:nvSpPr>
        <p:spPr/>
        <p:txBody>
          <a:bodyPr/>
          <a:lstStyle/>
          <a:p>
            <a:fld id="{31C9612A-E8D8-4864-92AA-FABBF8511E7C}" type="slidenum">
              <a:rPr lang="en-US" altLang="en-US"/>
              <a:pPr/>
              <a:t>18</a:t>
            </a:fld>
            <a:endParaRPr lang="en-US" altLang="en-US"/>
          </a:p>
        </p:txBody>
      </p:sp>
      <p:sp>
        <p:nvSpPr>
          <p:cNvPr id="36866" name="Rectangle 2">
            <a:extLst>
              <a:ext uri="{FF2B5EF4-FFF2-40B4-BE49-F238E27FC236}">
                <a16:creationId xmlns:a16="http://schemas.microsoft.com/office/drawing/2014/main" id="{65A015A8-60A3-F8DB-108E-6AAA1C9B070E}"/>
              </a:ext>
            </a:extLst>
          </p:cNvPr>
          <p:cNvSpPr>
            <a:spLocks noChangeArrowheads="1"/>
          </p:cNvSpPr>
          <p:nvPr/>
        </p:nvSpPr>
        <p:spPr bwMode="auto">
          <a:xfrm>
            <a:off x="457200" y="457200"/>
            <a:ext cx="7848600" cy="399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3200"/>
              <a:t>#define PRODUCT(x) (x*x)</a:t>
            </a:r>
          </a:p>
          <a:p>
            <a:r>
              <a:rPr lang="en-US" altLang="en-US" sz="3200"/>
              <a:t>main()</a:t>
            </a:r>
          </a:p>
          <a:p>
            <a:r>
              <a:rPr lang="en-US" altLang="en-US" sz="3200"/>
              <a:t>{</a:t>
            </a:r>
          </a:p>
          <a:p>
            <a:r>
              <a:rPr lang="en-US" altLang="en-US" sz="3200"/>
              <a:t>	int i=3,j,k;</a:t>
            </a:r>
          </a:p>
          <a:p>
            <a:r>
              <a:rPr lang="en-US" altLang="en-US" sz="3200"/>
              <a:t>	j=PRODUCT(++i);</a:t>
            </a:r>
          </a:p>
          <a:p>
            <a:r>
              <a:rPr lang="en-US" altLang="en-US" sz="3200"/>
              <a:t>	k=PRODUCT(++i);</a:t>
            </a:r>
          </a:p>
          <a:p>
            <a:r>
              <a:rPr lang="en-US" altLang="en-US" sz="3200"/>
              <a:t>	printf("\nj=%d and k=%d",j,k);</a:t>
            </a:r>
          </a:p>
          <a:p>
            <a:r>
              <a:rPr lang="en-US" altLang="en-US" sz="3200"/>
              <a:t>}</a:t>
            </a:r>
          </a:p>
        </p:txBody>
      </p:sp>
      <p:sp>
        <p:nvSpPr>
          <p:cNvPr id="36867" name="Rectangle 3">
            <a:extLst>
              <a:ext uri="{FF2B5EF4-FFF2-40B4-BE49-F238E27FC236}">
                <a16:creationId xmlns:a16="http://schemas.microsoft.com/office/drawing/2014/main" id="{5AA8E3FF-D62D-1718-FF2D-7045ECDCD1DF}"/>
              </a:ext>
            </a:extLst>
          </p:cNvPr>
          <p:cNvSpPr>
            <a:spLocks noChangeArrowheads="1"/>
          </p:cNvSpPr>
          <p:nvPr/>
        </p:nvSpPr>
        <p:spPr bwMode="auto">
          <a:xfrm>
            <a:off x="381000" y="5029200"/>
            <a:ext cx="60960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u="sng"/>
              <a:t>OUTPUT:</a:t>
            </a:r>
          </a:p>
          <a:p>
            <a:r>
              <a:rPr lang="en-US" altLang="en-US" sz="2800"/>
              <a:t>j=25 and k=49</a:t>
            </a:r>
          </a:p>
          <a:p>
            <a:r>
              <a:rPr lang="en-US" altLang="en-US" sz="2800"/>
              <a:t>Press any key to continue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6867"/>
                                        </p:tgtEl>
                                        <p:attrNameLst>
                                          <p:attrName>style.visibility</p:attrName>
                                        </p:attrNameLst>
                                      </p:cBhvr>
                                      <p:to>
                                        <p:strVal val="visible"/>
                                      </p:to>
                                    </p:set>
                                    <p:animEffect transition="in" filter="diamond(in)">
                                      <p:cBhvr>
                                        <p:cTn id="7" dur="2000"/>
                                        <p:tgtEl>
                                          <p:spTgt spid="36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BFB4CB7-4B81-8C68-B016-5BC0315A267D}"/>
              </a:ext>
            </a:extLst>
          </p:cNvPr>
          <p:cNvSpPr>
            <a:spLocks noGrp="1"/>
          </p:cNvSpPr>
          <p:nvPr>
            <p:ph type="sldNum" sz="quarter" idx="12"/>
          </p:nvPr>
        </p:nvSpPr>
        <p:spPr/>
        <p:txBody>
          <a:bodyPr/>
          <a:lstStyle/>
          <a:p>
            <a:fld id="{CBB185ED-DFA5-4B7F-88F5-2AA67DAC8069}" type="slidenum">
              <a:rPr lang="en-US" altLang="en-US"/>
              <a:pPr/>
              <a:t>19</a:t>
            </a:fld>
            <a:endParaRPr lang="en-US" altLang="en-US"/>
          </a:p>
        </p:txBody>
      </p:sp>
      <p:sp>
        <p:nvSpPr>
          <p:cNvPr id="55298" name="Rectangle 2">
            <a:extLst>
              <a:ext uri="{FF2B5EF4-FFF2-40B4-BE49-F238E27FC236}">
                <a16:creationId xmlns:a16="http://schemas.microsoft.com/office/drawing/2014/main" id="{0D6B3255-2FE2-BEFB-D0A5-982EAB4D094C}"/>
              </a:ext>
            </a:extLst>
          </p:cNvPr>
          <p:cNvSpPr>
            <a:spLocks noGrp="1" noChangeArrowheads="1"/>
          </p:cNvSpPr>
          <p:nvPr>
            <p:ph type="title"/>
          </p:nvPr>
        </p:nvSpPr>
        <p:spPr>
          <a:xfrm>
            <a:off x="381000" y="228600"/>
            <a:ext cx="8229600" cy="533400"/>
          </a:xfrm>
        </p:spPr>
        <p:txBody>
          <a:bodyPr/>
          <a:lstStyle/>
          <a:p>
            <a:r>
              <a:rPr lang="en-US" altLang="en-US" sz="4000" b="1" u="sng"/>
              <a:t>MACROS VS FUNCTIONS</a:t>
            </a:r>
          </a:p>
        </p:txBody>
      </p:sp>
      <p:sp>
        <p:nvSpPr>
          <p:cNvPr id="55299" name="Rectangle 3">
            <a:extLst>
              <a:ext uri="{FF2B5EF4-FFF2-40B4-BE49-F238E27FC236}">
                <a16:creationId xmlns:a16="http://schemas.microsoft.com/office/drawing/2014/main" id="{783B84D9-E54E-3869-9CEF-353F9440A0F5}"/>
              </a:ext>
            </a:extLst>
          </p:cNvPr>
          <p:cNvSpPr>
            <a:spLocks noGrp="1" noChangeArrowheads="1"/>
          </p:cNvSpPr>
          <p:nvPr>
            <p:ph type="body" idx="1"/>
          </p:nvPr>
        </p:nvSpPr>
        <p:spPr>
          <a:xfrm>
            <a:off x="228600" y="1066800"/>
            <a:ext cx="8534400" cy="5486400"/>
          </a:xfrm>
        </p:spPr>
        <p:txBody>
          <a:bodyPr/>
          <a:lstStyle/>
          <a:p>
            <a:pPr algn="just">
              <a:lnSpc>
                <a:spcPct val="80000"/>
              </a:lnSpc>
            </a:pPr>
            <a:r>
              <a:rPr lang="en-US" altLang="en-US" sz="2800"/>
              <a:t>In  a macro call the preprocessor replaces the macro template with its macro expansion.</a:t>
            </a:r>
          </a:p>
          <a:p>
            <a:pPr algn="just">
              <a:lnSpc>
                <a:spcPct val="80000"/>
              </a:lnSpc>
            </a:pPr>
            <a:r>
              <a:rPr lang="en-US" altLang="en-US" sz="2800"/>
              <a:t>Whereas in a function call, the control is passed to a function along with certain arguments, some calculations are performed in the function and a useful value is returned back to the calling function.</a:t>
            </a:r>
          </a:p>
          <a:p>
            <a:pPr algn="just">
              <a:lnSpc>
                <a:spcPct val="80000"/>
              </a:lnSpc>
            </a:pPr>
            <a:r>
              <a:rPr lang="en-US" altLang="en-US" sz="2800"/>
              <a:t>Usually macros make the program faster but increases the program size, whereas functions make the program smaller and compact.</a:t>
            </a:r>
          </a:p>
          <a:p>
            <a:pPr algn="just">
              <a:lnSpc>
                <a:spcPct val="80000"/>
              </a:lnSpc>
            </a:pPr>
            <a:r>
              <a:rPr lang="en-US" altLang="en-US" sz="2800"/>
              <a:t>If a macro is used hundred times in your code, in all hundred instances the macro expansion will be substituted, and thus the program size will grow.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74F787C-AA74-DED1-4E3D-1EC08DE45541}"/>
              </a:ext>
            </a:extLst>
          </p:cNvPr>
          <p:cNvSpPr>
            <a:spLocks noGrp="1"/>
          </p:cNvSpPr>
          <p:nvPr>
            <p:ph type="sldNum" sz="quarter" idx="12"/>
          </p:nvPr>
        </p:nvSpPr>
        <p:spPr/>
        <p:txBody>
          <a:bodyPr/>
          <a:lstStyle/>
          <a:p>
            <a:fld id="{BF700242-E92A-42AA-B290-80000A02D190}" type="slidenum">
              <a:rPr lang="en-US" altLang="en-US"/>
              <a:pPr/>
              <a:t>20</a:t>
            </a:fld>
            <a:endParaRPr lang="en-US" altLang="en-US"/>
          </a:p>
        </p:txBody>
      </p:sp>
      <p:sp>
        <p:nvSpPr>
          <p:cNvPr id="57347" name="Rectangle 3">
            <a:extLst>
              <a:ext uri="{FF2B5EF4-FFF2-40B4-BE49-F238E27FC236}">
                <a16:creationId xmlns:a16="http://schemas.microsoft.com/office/drawing/2014/main" id="{5C37ECA7-A52B-F217-8EF4-353676619C23}"/>
              </a:ext>
            </a:extLst>
          </p:cNvPr>
          <p:cNvSpPr>
            <a:spLocks noGrp="1" noChangeArrowheads="1"/>
          </p:cNvSpPr>
          <p:nvPr>
            <p:ph type="body" idx="1"/>
          </p:nvPr>
        </p:nvSpPr>
        <p:spPr>
          <a:xfrm>
            <a:off x="228600" y="152400"/>
            <a:ext cx="8686800" cy="6400800"/>
          </a:xfrm>
        </p:spPr>
        <p:txBody>
          <a:bodyPr/>
          <a:lstStyle/>
          <a:p>
            <a:pPr algn="just">
              <a:lnSpc>
                <a:spcPct val="80000"/>
              </a:lnSpc>
            </a:pPr>
            <a:r>
              <a:rPr lang="en-US" altLang="en-US"/>
              <a:t>On the other hand, if a function is used, then even if it is called from hundred different places in the program, it would take same amount of space in the program as it is defined only once. </a:t>
            </a:r>
          </a:p>
          <a:p>
            <a:pPr algn="just">
              <a:lnSpc>
                <a:spcPct val="80000"/>
              </a:lnSpc>
            </a:pPr>
            <a:r>
              <a:rPr lang="en-US" altLang="en-US"/>
              <a:t>But passing arguments to a function and getting back the returned value does take time and would therefore slow down the program.</a:t>
            </a:r>
          </a:p>
          <a:p>
            <a:pPr algn="just">
              <a:lnSpc>
                <a:spcPct val="80000"/>
              </a:lnSpc>
            </a:pPr>
            <a:r>
              <a:rPr lang="en-US" altLang="en-US"/>
              <a:t>This gets avoided with macros since they have already been expanded and placed in the source code before compilation.</a:t>
            </a:r>
          </a:p>
          <a:p>
            <a:pPr algn="just">
              <a:lnSpc>
                <a:spcPct val="80000"/>
              </a:lnSpc>
            </a:pPr>
            <a:r>
              <a:rPr lang="en-US" altLang="en-US"/>
              <a:t>A good rule of thumb might be to use macros for very small tasks (like SQUARE, MIN, and MAX), but use functions for anything complex.</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3B1D6CD9-D899-6C74-ECAB-20A0D081B9EF}"/>
              </a:ext>
            </a:extLst>
          </p:cNvPr>
          <p:cNvSpPr>
            <a:spLocks noGrp="1"/>
          </p:cNvSpPr>
          <p:nvPr>
            <p:ph type="sldNum" sz="quarter" idx="12"/>
          </p:nvPr>
        </p:nvSpPr>
        <p:spPr/>
        <p:txBody>
          <a:bodyPr/>
          <a:lstStyle/>
          <a:p>
            <a:fld id="{8A27362A-A43C-4770-AA08-E9830CC4FF58}" type="slidenum">
              <a:rPr lang="en-US" altLang="en-US"/>
              <a:pPr/>
              <a:t>21</a:t>
            </a:fld>
            <a:endParaRPr lang="en-US" altLang="en-US"/>
          </a:p>
        </p:txBody>
      </p:sp>
      <p:sp>
        <p:nvSpPr>
          <p:cNvPr id="74755" name="Rectangle 3">
            <a:extLst>
              <a:ext uri="{FF2B5EF4-FFF2-40B4-BE49-F238E27FC236}">
                <a16:creationId xmlns:a16="http://schemas.microsoft.com/office/drawing/2014/main" id="{A2D1E1FA-8A69-A374-56B6-4B549F4751E0}"/>
              </a:ext>
            </a:extLst>
          </p:cNvPr>
          <p:cNvSpPr>
            <a:spLocks noGrp="1" noChangeArrowheads="1"/>
          </p:cNvSpPr>
          <p:nvPr>
            <p:ph type="body" idx="1"/>
          </p:nvPr>
        </p:nvSpPr>
        <p:spPr>
          <a:xfrm>
            <a:off x="228600" y="914400"/>
            <a:ext cx="8686800" cy="5715000"/>
          </a:xfrm>
        </p:spPr>
        <p:txBody>
          <a:bodyPr/>
          <a:lstStyle/>
          <a:p>
            <a:pPr algn="just"/>
            <a:r>
              <a:rPr lang="en-US" altLang="en-US"/>
              <a:t>When the preprocessor finds an #include directive it replaces it by the entire content of the specified file. </a:t>
            </a:r>
          </a:p>
          <a:p>
            <a:pPr algn="just"/>
            <a:r>
              <a:rPr lang="en-US" altLang="en-US"/>
              <a:t>There are two ways to specify a file to be included: </a:t>
            </a:r>
          </a:p>
          <a:p>
            <a:pPr lvl="2" algn="just"/>
            <a:r>
              <a:rPr lang="en-US" altLang="en-US" sz="3200" b="1">
                <a:solidFill>
                  <a:srgbClr val="0000FF"/>
                </a:solidFill>
              </a:rPr>
              <a:t>#include “file”</a:t>
            </a:r>
          </a:p>
          <a:p>
            <a:pPr lvl="2" algn="just"/>
            <a:r>
              <a:rPr lang="en-US" altLang="en-US" sz="3200" b="1">
                <a:solidFill>
                  <a:srgbClr val="0000FF"/>
                </a:solidFill>
              </a:rPr>
              <a:t>#include &lt;file&gt;</a:t>
            </a:r>
          </a:p>
          <a:p>
            <a:pPr algn="just"/>
            <a:r>
              <a:rPr lang="en-US" altLang="en-US"/>
              <a:t>The only difference between both expressions is the places (directories) where the compiler is going to look for the file. </a:t>
            </a:r>
          </a:p>
        </p:txBody>
      </p:sp>
      <p:sp>
        <p:nvSpPr>
          <p:cNvPr id="74756" name="Rectangle 4">
            <a:extLst>
              <a:ext uri="{FF2B5EF4-FFF2-40B4-BE49-F238E27FC236}">
                <a16:creationId xmlns:a16="http://schemas.microsoft.com/office/drawing/2014/main" id="{B0F86A89-D0B1-27FE-4DC8-E39F0BFD0124}"/>
              </a:ext>
            </a:extLst>
          </p:cNvPr>
          <p:cNvSpPr>
            <a:spLocks noGrp="1" noChangeArrowheads="1"/>
          </p:cNvSpPr>
          <p:nvPr>
            <p:ph type="title"/>
          </p:nvPr>
        </p:nvSpPr>
        <p:spPr>
          <a:xfrm>
            <a:off x="457200" y="152400"/>
            <a:ext cx="8229600" cy="639763"/>
          </a:xfrm>
          <a:noFill/>
          <a:ln/>
        </p:spPr>
        <p:txBody>
          <a:bodyPr/>
          <a:lstStyle/>
          <a:p>
            <a:r>
              <a:rPr lang="en-US" altLang="en-US" b="1" u="sng"/>
              <a:t>File Inclusion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35DD7A08-1C8A-DC38-9816-D5772B93F74D}"/>
              </a:ext>
            </a:extLst>
          </p:cNvPr>
          <p:cNvSpPr>
            <a:spLocks noGrp="1"/>
          </p:cNvSpPr>
          <p:nvPr>
            <p:ph type="sldNum" sz="quarter" idx="12"/>
          </p:nvPr>
        </p:nvSpPr>
        <p:spPr/>
        <p:txBody>
          <a:bodyPr/>
          <a:lstStyle/>
          <a:p>
            <a:fld id="{44F183EC-1DCD-4F83-98AE-7234614FECF0}" type="slidenum">
              <a:rPr lang="en-US" altLang="en-US"/>
              <a:pPr/>
              <a:t>22</a:t>
            </a:fld>
            <a:endParaRPr lang="en-US" altLang="en-US"/>
          </a:p>
        </p:txBody>
      </p:sp>
      <p:sp>
        <p:nvSpPr>
          <p:cNvPr id="80899" name="Rectangle 3">
            <a:extLst>
              <a:ext uri="{FF2B5EF4-FFF2-40B4-BE49-F238E27FC236}">
                <a16:creationId xmlns:a16="http://schemas.microsoft.com/office/drawing/2014/main" id="{305D3A22-E9FC-26D8-2E61-0B5BBAE6B9A0}"/>
              </a:ext>
            </a:extLst>
          </p:cNvPr>
          <p:cNvSpPr>
            <a:spLocks noGrp="1" noChangeArrowheads="1"/>
          </p:cNvSpPr>
          <p:nvPr>
            <p:ph type="body" idx="1"/>
          </p:nvPr>
        </p:nvSpPr>
        <p:spPr>
          <a:xfrm>
            <a:off x="304800" y="304800"/>
            <a:ext cx="8534400" cy="5821363"/>
          </a:xfrm>
        </p:spPr>
        <p:txBody>
          <a:bodyPr/>
          <a:lstStyle/>
          <a:p>
            <a:pPr algn="just">
              <a:lnSpc>
                <a:spcPct val="90000"/>
              </a:lnSpc>
            </a:pPr>
            <a:endParaRPr lang="en-US" altLang="en-US"/>
          </a:p>
          <a:p>
            <a:pPr algn="just">
              <a:lnSpc>
                <a:spcPct val="90000"/>
              </a:lnSpc>
            </a:pPr>
            <a:r>
              <a:rPr lang="en-US" altLang="en-US" sz="4000" b="1">
                <a:solidFill>
                  <a:srgbClr val="0000FF"/>
                </a:solidFill>
              </a:rPr>
              <a:t>#include “file”</a:t>
            </a:r>
            <a:endParaRPr lang="en-US" altLang="en-US"/>
          </a:p>
          <a:p>
            <a:pPr algn="just">
              <a:lnSpc>
                <a:spcPct val="90000"/>
              </a:lnSpc>
            </a:pPr>
            <a:r>
              <a:rPr lang="en-US" altLang="en-US"/>
              <a:t>In this case where the file name is specified between double-quotes, the file is searched first in the </a:t>
            </a:r>
            <a:r>
              <a:rPr lang="en-US" altLang="en-US">
                <a:solidFill>
                  <a:srgbClr val="0000FF"/>
                </a:solidFill>
              </a:rPr>
              <a:t>same directory</a:t>
            </a:r>
            <a:r>
              <a:rPr lang="en-US" altLang="en-US"/>
              <a:t> that includes the file containing the directive. </a:t>
            </a:r>
          </a:p>
          <a:p>
            <a:pPr algn="just">
              <a:lnSpc>
                <a:spcPct val="90000"/>
              </a:lnSpc>
            </a:pPr>
            <a:r>
              <a:rPr lang="en-US" altLang="en-US"/>
              <a:t>If the file is not found there, the compiler searches the file in the default directories where it is configured to look for the standard header files i.e. in the </a:t>
            </a:r>
            <a:r>
              <a:rPr lang="en-US" altLang="en-US">
                <a:solidFill>
                  <a:srgbClr val="0000FF"/>
                </a:solidFill>
              </a:rPr>
              <a:t>specified list of directories</a:t>
            </a:r>
            <a:r>
              <a:rPr lang="en-US" altLang="en-US"/>
              <a:t> as mentioned in the include search path that might have been set up.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6E1BA23-3B37-A132-D25A-CF83049B4014}"/>
              </a:ext>
            </a:extLst>
          </p:cNvPr>
          <p:cNvSpPr>
            <a:spLocks noGrp="1"/>
          </p:cNvSpPr>
          <p:nvPr>
            <p:ph type="sldNum" sz="quarter" idx="12"/>
          </p:nvPr>
        </p:nvSpPr>
        <p:spPr/>
        <p:txBody>
          <a:bodyPr/>
          <a:lstStyle/>
          <a:p>
            <a:fld id="{15559ADF-380C-4227-BCB4-A3860CC27D0C}" type="slidenum">
              <a:rPr lang="en-US" altLang="en-US"/>
              <a:pPr/>
              <a:t>23</a:t>
            </a:fld>
            <a:endParaRPr lang="en-US" altLang="en-US"/>
          </a:p>
        </p:txBody>
      </p:sp>
      <p:sp>
        <p:nvSpPr>
          <p:cNvPr id="79875" name="Rectangle 3">
            <a:extLst>
              <a:ext uri="{FF2B5EF4-FFF2-40B4-BE49-F238E27FC236}">
                <a16:creationId xmlns:a16="http://schemas.microsoft.com/office/drawing/2014/main" id="{1219116B-D90B-3CBA-6BD4-24F2FA48771F}"/>
              </a:ext>
            </a:extLst>
          </p:cNvPr>
          <p:cNvSpPr>
            <a:spLocks noGrp="1" noChangeArrowheads="1"/>
          </p:cNvSpPr>
          <p:nvPr>
            <p:ph type="body" idx="1"/>
          </p:nvPr>
        </p:nvSpPr>
        <p:spPr>
          <a:xfrm>
            <a:off x="457200" y="457200"/>
            <a:ext cx="8229600" cy="5668963"/>
          </a:xfrm>
        </p:spPr>
        <p:txBody>
          <a:bodyPr/>
          <a:lstStyle/>
          <a:p>
            <a:pPr algn="just">
              <a:lnSpc>
                <a:spcPct val="90000"/>
              </a:lnSpc>
            </a:pPr>
            <a:r>
              <a:rPr lang="en-US" altLang="en-US" sz="4000" b="1">
                <a:solidFill>
                  <a:srgbClr val="0000FF"/>
                </a:solidFill>
              </a:rPr>
              <a:t>#include &lt;file&gt;</a:t>
            </a:r>
            <a:endParaRPr lang="en-US" altLang="en-US"/>
          </a:p>
          <a:p>
            <a:pPr algn="just">
              <a:lnSpc>
                <a:spcPct val="90000"/>
              </a:lnSpc>
            </a:pPr>
            <a:r>
              <a:rPr lang="en-US" altLang="en-US"/>
              <a:t>In this case where the file name is enclosed between angle-brackets &lt;&gt;, the file is searched </a:t>
            </a:r>
            <a:r>
              <a:rPr lang="en-US" altLang="en-US">
                <a:solidFill>
                  <a:srgbClr val="0000FF"/>
                </a:solidFill>
              </a:rPr>
              <a:t>only</a:t>
            </a:r>
            <a:r>
              <a:rPr lang="en-US" altLang="en-US"/>
              <a:t> where the compiler is configured to look for the standard header files i.e. in the </a:t>
            </a:r>
            <a:r>
              <a:rPr lang="en-US" altLang="en-US">
                <a:solidFill>
                  <a:srgbClr val="0000FF"/>
                </a:solidFill>
              </a:rPr>
              <a:t>specified list of directories</a:t>
            </a:r>
            <a:r>
              <a:rPr lang="en-US" altLang="en-US"/>
              <a:t> as mentioned in the include search path that might have been set up.</a:t>
            </a:r>
          </a:p>
          <a:p>
            <a:pPr algn="just">
              <a:lnSpc>
                <a:spcPct val="90000"/>
              </a:lnSpc>
            </a:pPr>
            <a:r>
              <a:rPr lang="en-US" altLang="en-US"/>
              <a:t>Therefore, standard header files are usually included in angle-brackets, while other specific header files are included using quotes.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96C125DB-DFAB-F144-4C58-8DEEEA1FEDE1}"/>
              </a:ext>
            </a:extLst>
          </p:cNvPr>
          <p:cNvSpPr>
            <a:spLocks noGrp="1"/>
          </p:cNvSpPr>
          <p:nvPr>
            <p:ph type="sldNum" sz="quarter" idx="12"/>
          </p:nvPr>
        </p:nvSpPr>
        <p:spPr/>
        <p:txBody>
          <a:bodyPr/>
          <a:lstStyle/>
          <a:p>
            <a:fld id="{FA6CB537-D36B-45C1-A290-53751B55E75B}" type="slidenum">
              <a:rPr lang="en-US" altLang="en-US"/>
              <a:pPr/>
              <a:t>24</a:t>
            </a:fld>
            <a:endParaRPr lang="en-US" altLang="en-US"/>
          </a:p>
        </p:txBody>
      </p:sp>
      <p:sp>
        <p:nvSpPr>
          <p:cNvPr id="78851" name="Rectangle 3">
            <a:extLst>
              <a:ext uri="{FF2B5EF4-FFF2-40B4-BE49-F238E27FC236}">
                <a16:creationId xmlns:a16="http://schemas.microsoft.com/office/drawing/2014/main" id="{720F67E0-7CDD-E8B3-95BA-364D956BEE3F}"/>
              </a:ext>
            </a:extLst>
          </p:cNvPr>
          <p:cNvSpPr>
            <a:spLocks noGrp="1" noChangeArrowheads="1"/>
          </p:cNvSpPr>
          <p:nvPr>
            <p:ph type="body" idx="1"/>
          </p:nvPr>
        </p:nvSpPr>
        <p:spPr>
          <a:xfrm>
            <a:off x="381000" y="609600"/>
            <a:ext cx="8077200" cy="5440363"/>
          </a:xfrm>
        </p:spPr>
        <p:txBody>
          <a:bodyPr/>
          <a:lstStyle/>
          <a:p>
            <a:pPr algn="just"/>
            <a:endParaRPr lang="pt-BR" altLang="en-US" sz="2400" dirty="0"/>
          </a:p>
          <a:p>
            <a:pPr algn="just"/>
            <a:r>
              <a:rPr lang="pt-BR" altLang="en-US" sz="2400" dirty="0"/>
              <a:t>In TC the header files are located in</a:t>
            </a:r>
            <a:r>
              <a:rPr lang="pt-BR" altLang="en-US" sz="2400" b="1" dirty="0"/>
              <a:t> </a:t>
            </a:r>
            <a:r>
              <a:rPr lang="pt-BR" altLang="en-US" sz="2400" b="1" dirty="0">
                <a:solidFill>
                  <a:srgbClr val="0000FF"/>
                </a:solidFill>
              </a:rPr>
              <a:t>C:\TurboC++\include</a:t>
            </a:r>
          </a:p>
          <a:p>
            <a:pPr algn="just"/>
            <a:r>
              <a:rPr lang="en-US" altLang="en-US" sz="2400" b="1" dirty="0"/>
              <a:t>In </a:t>
            </a:r>
            <a:r>
              <a:rPr lang="en-US" altLang="en-US" sz="2400" b="1" dirty="0" err="1"/>
              <a:t>CodeBlocks</a:t>
            </a:r>
            <a:r>
              <a:rPr lang="en-US" altLang="en-US" sz="2400" b="1" dirty="0"/>
              <a:t>, the path is:</a:t>
            </a:r>
          </a:p>
          <a:p>
            <a:pPr algn="just"/>
            <a:r>
              <a:rPr lang="en-US" altLang="en-US" sz="2400" b="1" dirty="0">
                <a:solidFill>
                  <a:srgbClr val="0000FF"/>
                </a:solidFill>
              </a:rPr>
              <a:t>C:\Program Files\</a:t>
            </a:r>
            <a:r>
              <a:rPr lang="en-US" altLang="en-US" sz="2400" b="1" dirty="0" err="1">
                <a:solidFill>
                  <a:srgbClr val="0000FF"/>
                </a:solidFill>
              </a:rPr>
              <a:t>CodeBlocks</a:t>
            </a:r>
            <a:r>
              <a:rPr lang="en-US" altLang="en-US" sz="2400" b="1" dirty="0">
                <a:solidFill>
                  <a:srgbClr val="0000FF"/>
                </a:solidFill>
              </a:rPr>
              <a:t>\MinGW\include</a:t>
            </a:r>
          </a:p>
          <a:p>
            <a:r>
              <a:rPr lang="en-US" altLang="en-US" sz="2400" b="1" dirty="0">
                <a:solidFill>
                  <a:srgbClr val="0000FF"/>
                </a:solidFill>
              </a:rPr>
              <a:t>64 bit systems:</a:t>
            </a:r>
          </a:p>
          <a:p>
            <a:r>
              <a:rPr lang="en-US" altLang="en-US" sz="2400" b="1" dirty="0">
                <a:solidFill>
                  <a:srgbClr val="0000FF"/>
                </a:solidFill>
              </a:rPr>
              <a:t>C:\Program Files(x86)\</a:t>
            </a:r>
            <a:r>
              <a:rPr lang="en-US" altLang="en-US" sz="2400" b="1" dirty="0" err="1">
                <a:solidFill>
                  <a:srgbClr val="0000FF"/>
                </a:solidFill>
              </a:rPr>
              <a:t>CodeBlocks</a:t>
            </a:r>
            <a:r>
              <a:rPr lang="en-US" altLang="en-US" sz="2400" b="1" dirty="0">
                <a:solidFill>
                  <a:srgbClr val="0000FF"/>
                </a:solidFill>
              </a:rPr>
              <a:t>\MinGW\include</a:t>
            </a:r>
          </a:p>
          <a:p>
            <a:pPr algn="just"/>
            <a:endParaRPr lang="en-US" altLang="en-US" sz="2400" b="1" dirty="0">
              <a:solidFill>
                <a:srgbClr val="0000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E7AB89E-A63D-98FA-2EA5-C704B7DC816F}"/>
              </a:ext>
            </a:extLst>
          </p:cNvPr>
          <p:cNvSpPr>
            <a:spLocks noGrp="1"/>
          </p:cNvSpPr>
          <p:nvPr>
            <p:ph type="sldNum" sz="quarter" idx="12"/>
          </p:nvPr>
        </p:nvSpPr>
        <p:spPr/>
        <p:txBody>
          <a:bodyPr/>
          <a:lstStyle/>
          <a:p>
            <a:fld id="{89605850-D2BD-4528-9214-0956B22F7EF1}" type="slidenum">
              <a:rPr lang="en-US" altLang="en-US"/>
              <a:pPr/>
              <a:t>25</a:t>
            </a:fld>
            <a:endParaRPr lang="en-US" altLang="en-US"/>
          </a:p>
        </p:txBody>
      </p:sp>
      <p:sp>
        <p:nvSpPr>
          <p:cNvPr id="59394" name="Rectangle 2">
            <a:extLst>
              <a:ext uri="{FF2B5EF4-FFF2-40B4-BE49-F238E27FC236}">
                <a16:creationId xmlns:a16="http://schemas.microsoft.com/office/drawing/2014/main" id="{C54A9467-B7BE-44D6-580A-4A92779A655E}"/>
              </a:ext>
            </a:extLst>
          </p:cNvPr>
          <p:cNvSpPr>
            <a:spLocks noGrp="1" noChangeArrowheads="1"/>
          </p:cNvSpPr>
          <p:nvPr>
            <p:ph type="title"/>
          </p:nvPr>
        </p:nvSpPr>
        <p:spPr/>
        <p:txBody>
          <a:bodyPr/>
          <a:lstStyle/>
          <a:p>
            <a:r>
              <a:rPr lang="en-US" altLang="en-US" b="1"/>
              <a:t>Assignment</a:t>
            </a:r>
          </a:p>
        </p:txBody>
      </p:sp>
      <p:sp>
        <p:nvSpPr>
          <p:cNvPr id="59395" name="Rectangle 3">
            <a:extLst>
              <a:ext uri="{FF2B5EF4-FFF2-40B4-BE49-F238E27FC236}">
                <a16:creationId xmlns:a16="http://schemas.microsoft.com/office/drawing/2014/main" id="{6F4872BC-0459-5102-1BF6-CFA151431FAE}"/>
              </a:ext>
            </a:extLst>
          </p:cNvPr>
          <p:cNvSpPr>
            <a:spLocks noGrp="1" noChangeArrowheads="1"/>
          </p:cNvSpPr>
          <p:nvPr>
            <p:ph type="body" idx="1"/>
          </p:nvPr>
        </p:nvSpPr>
        <p:spPr/>
        <p:txBody>
          <a:bodyPr/>
          <a:lstStyle/>
          <a:p>
            <a:pPr marL="609600" indent="-609600" algn="just">
              <a:lnSpc>
                <a:spcPct val="90000"/>
              </a:lnSpc>
            </a:pPr>
            <a:r>
              <a:rPr lang="en-US" altLang="en-US"/>
              <a:t>Write macro definitions with arguments for calculation of area and perimeter of a a square and a circle. </a:t>
            </a:r>
          </a:p>
          <a:p>
            <a:pPr marL="609600" indent="-609600" algn="just">
              <a:lnSpc>
                <a:spcPct val="90000"/>
              </a:lnSpc>
            </a:pPr>
            <a:r>
              <a:rPr lang="en-US" altLang="en-US"/>
              <a:t>Store these macro definitions in a file called “areaperi.h”. </a:t>
            </a:r>
          </a:p>
          <a:p>
            <a:pPr marL="609600" indent="-609600" algn="just">
              <a:lnSpc>
                <a:spcPct val="90000"/>
              </a:lnSpc>
            </a:pPr>
            <a:r>
              <a:rPr lang="en-US" altLang="en-US"/>
              <a:t>Include this file in your program and call the macro definition for calculating area and perimeter for different squares and circles.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C5F9FEE-BF6E-6418-12CC-41BE99C2D7B0}"/>
              </a:ext>
            </a:extLst>
          </p:cNvPr>
          <p:cNvSpPr>
            <a:spLocks noGrp="1"/>
          </p:cNvSpPr>
          <p:nvPr>
            <p:ph type="sldNum" sz="quarter" idx="12"/>
          </p:nvPr>
        </p:nvSpPr>
        <p:spPr/>
        <p:txBody>
          <a:bodyPr/>
          <a:lstStyle/>
          <a:p>
            <a:fld id="{8BE3AB3A-16E8-45E0-BFE0-E28779B8750E}" type="slidenum">
              <a:rPr lang="en-US" altLang="en-US"/>
              <a:pPr/>
              <a:t>26</a:t>
            </a:fld>
            <a:endParaRPr lang="en-US" altLang="en-US"/>
          </a:p>
        </p:txBody>
      </p:sp>
      <p:sp>
        <p:nvSpPr>
          <p:cNvPr id="17410" name="Rectangle 2">
            <a:extLst>
              <a:ext uri="{FF2B5EF4-FFF2-40B4-BE49-F238E27FC236}">
                <a16:creationId xmlns:a16="http://schemas.microsoft.com/office/drawing/2014/main" id="{B8BAC824-50D4-F515-5A9D-B6286413CAE1}"/>
              </a:ext>
            </a:extLst>
          </p:cNvPr>
          <p:cNvSpPr>
            <a:spLocks noGrp="1" noChangeArrowheads="1"/>
          </p:cNvSpPr>
          <p:nvPr>
            <p:ph type="title"/>
          </p:nvPr>
        </p:nvSpPr>
        <p:spPr/>
        <p:txBody>
          <a:bodyPr/>
          <a:lstStyle/>
          <a:p>
            <a:r>
              <a:rPr lang="en-US" altLang="en-US" b="1" u="sng">
                <a:solidFill>
                  <a:srgbClr val="0000FF"/>
                </a:solidFill>
              </a:rPr>
              <a:t>Compiler Control Directives</a:t>
            </a:r>
          </a:p>
        </p:txBody>
      </p:sp>
      <p:sp>
        <p:nvSpPr>
          <p:cNvPr id="17411" name="Rectangle 3">
            <a:extLst>
              <a:ext uri="{FF2B5EF4-FFF2-40B4-BE49-F238E27FC236}">
                <a16:creationId xmlns:a16="http://schemas.microsoft.com/office/drawing/2014/main" id="{92267703-E92E-86A4-2F02-ADA99F963D45}"/>
              </a:ext>
            </a:extLst>
          </p:cNvPr>
          <p:cNvSpPr>
            <a:spLocks noGrp="1" noChangeArrowheads="1"/>
          </p:cNvSpPr>
          <p:nvPr>
            <p:ph type="body" idx="1"/>
          </p:nvPr>
        </p:nvSpPr>
        <p:spPr>
          <a:xfrm>
            <a:off x="457200" y="1600200"/>
            <a:ext cx="8229600" cy="4114800"/>
          </a:xfrm>
        </p:spPr>
        <p:txBody>
          <a:bodyPr/>
          <a:lstStyle/>
          <a:p>
            <a:pPr algn="just">
              <a:lnSpc>
                <a:spcPct val="90000"/>
              </a:lnSpc>
            </a:pPr>
            <a:r>
              <a:rPr lang="en-US" altLang="en-US" sz="4400"/>
              <a:t>We can instruct the compiler to skip over part of a source code by inserting the preprocessing commands    </a:t>
            </a:r>
          </a:p>
          <a:p>
            <a:pPr algn="just">
              <a:lnSpc>
                <a:spcPct val="90000"/>
              </a:lnSpc>
              <a:buFontTx/>
              <a:buNone/>
            </a:pPr>
            <a:r>
              <a:rPr lang="en-US" altLang="en-US" sz="4400"/>
              <a:t>    </a:t>
            </a:r>
            <a:r>
              <a:rPr lang="en-US" altLang="en-US" sz="4400" b="1"/>
              <a:t>#ifdef - #else - #endif</a:t>
            </a:r>
          </a:p>
          <a:p>
            <a:pPr algn="just">
              <a:lnSpc>
                <a:spcPct val="90000"/>
              </a:lnSpc>
              <a:buFontTx/>
              <a:buNone/>
            </a:pPr>
            <a:r>
              <a:rPr lang="en-US" altLang="en-US" sz="4400" b="1">
                <a:solidFill>
                  <a:srgbClr val="0000FF"/>
                </a:solidFill>
              </a:rPr>
              <a:t>#ifdef means </a:t>
            </a:r>
            <a:r>
              <a:rPr lang="en-US" altLang="en-US" sz="4400" b="1" i="1">
                <a:solidFill>
                  <a:srgbClr val="0000FF"/>
                </a:solidFill>
              </a:rPr>
              <a:t>if defined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DF5C9D-694D-0E2C-1590-D8BF75386D93}"/>
              </a:ext>
            </a:extLst>
          </p:cNvPr>
          <p:cNvSpPr>
            <a:spLocks noGrp="1"/>
          </p:cNvSpPr>
          <p:nvPr>
            <p:ph type="sldNum" sz="quarter" idx="12"/>
          </p:nvPr>
        </p:nvSpPr>
        <p:spPr/>
        <p:txBody>
          <a:bodyPr/>
          <a:lstStyle/>
          <a:p>
            <a:fld id="{EAD4A16D-F1CA-4769-B010-D3F869775833}" type="slidenum">
              <a:rPr lang="en-US" altLang="en-US"/>
              <a:pPr/>
              <a:t>27</a:t>
            </a:fld>
            <a:endParaRPr lang="en-US" altLang="en-US"/>
          </a:p>
        </p:txBody>
      </p:sp>
      <p:sp>
        <p:nvSpPr>
          <p:cNvPr id="18436" name="Rectangle 4">
            <a:extLst>
              <a:ext uri="{FF2B5EF4-FFF2-40B4-BE49-F238E27FC236}">
                <a16:creationId xmlns:a16="http://schemas.microsoft.com/office/drawing/2014/main" id="{069705F6-089A-7318-52CB-2A5A9AB892D9}"/>
              </a:ext>
            </a:extLst>
          </p:cNvPr>
          <p:cNvSpPr>
            <a:spLocks noChangeArrowheads="1"/>
          </p:cNvSpPr>
          <p:nvPr/>
        </p:nvSpPr>
        <p:spPr bwMode="auto">
          <a:xfrm>
            <a:off x="533400" y="304800"/>
            <a:ext cx="8077200" cy="6497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main()</a:t>
            </a:r>
          </a:p>
          <a:p>
            <a:r>
              <a:rPr lang="en-US" altLang="en-US" sz="2800"/>
              <a:t>{</a:t>
            </a:r>
          </a:p>
          <a:p>
            <a:r>
              <a:rPr lang="en-US" altLang="en-US" sz="2800"/>
              <a:t>	#ifdef UNIX</a:t>
            </a:r>
          </a:p>
          <a:p>
            <a:r>
              <a:rPr lang="en-US" altLang="en-US" sz="2800"/>
              <a:t>		code suitable for UNIX machine</a:t>
            </a:r>
          </a:p>
          <a:p>
            <a:r>
              <a:rPr lang="en-US" altLang="en-US" sz="2800"/>
              <a:t>	#else</a:t>
            </a:r>
          </a:p>
          <a:p>
            <a:r>
              <a:rPr lang="en-US" altLang="en-US" sz="2800"/>
              <a:t>		code suitable for WINDOWS machine</a:t>
            </a:r>
          </a:p>
          <a:p>
            <a:r>
              <a:rPr lang="en-US" altLang="en-US" sz="2800"/>
              <a:t>	#endif</a:t>
            </a:r>
          </a:p>
          <a:p>
            <a:r>
              <a:rPr lang="en-US" altLang="en-US" sz="2800"/>
              <a:t>		code common to both machines</a:t>
            </a:r>
          </a:p>
          <a:p>
            <a:r>
              <a:rPr lang="en-US" altLang="en-US" sz="2800"/>
              <a:t>}</a:t>
            </a:r>
          </a:p>
          <a:p>
            <a:endParaRPr lang="en-US" altLang="en-US" sz="2800"/>
          </a:p>
          <a:p>
            <a:r>
              <a:rPr lang="en-US" altLang="en-US" sz="2800"/>
              <a:t>When we compile the code, #else block will be executed.</a:t>
            </a:r>
          </a:p>
          <a:p>
            <a:r>
              <a:rPr lang="en-US" altLang="en-US" sz="2800"/>
              <a:t>If we want to run our program for UNIX, just add a statement at the top saying:</a:t>
            </a:r>
          </a:p>
          <a:p>
            <a:r>
              <a:rPr lang="en-US" altLang="en-US" sz="2800"/>
              <a:t>#define UNIX</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E967B3-2873-E936-FEE8-A2C02423C2E3}"/>
              </a:ext>
            </a:extLst>
          </p:cNvPr>
          <p:cNvSpPr>
            <a:spLocks noGrp="1"/>
          </p:cNvSpPr>
          <p:nvPr>
            <p:ph type="sldNum" sz="quarter" idx="12"/>
          </p:nvPr>
        </p:nvSpPr>
        <p:spPr/>
        <p:txBody>
          <a:bodyPr/>
          <a:lstStyle/>
          <a:p>
            <a:fld id="{6CABD1AD-E1DD-465F-B3B5-94FB1AAD2010}" type="slidenum">
              <a:rPr lang="en-US" altLang="en-US"/>
              <a:pPr/>
              <a:t>28</a:t>
            </a:fld>
            <a:endParaRPr lang="en-US" altLang="en-US"/>
          </a:p>
        </p:txBody>
      </p:sp>
      <p:sp>
        <p:nvSpPr>
          <p:cNvPr id="45060" name="Rectangle 4">
            <a:extLst>
              <a:ext uri="{FF2B5EF4-FFF2-40B4-BE49-F238E27FC236}">
                <a16:creationId xmlns:a16="http://schemas.microsoft.com/office/drawing/2014/main" id="{8DDB9782-A155-5E23-F8BA-0DC7D0770D07}"/>
              </a:ext>
            </a:extLst>
          </p:cNvPr>
          <p:cNvSpPr>
            <a:spLocks noChangeArrowheads="1"/>
          </p:cNvSpPr>
          <p:nvPr/>
        </p:nvSpPr>
        <p:spPr bwMode="auto">
          <a:xfrm>
            <a:off x="685800" y="685800"/>
            <a:ext cx="7391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#define UNIX</a:t>
            </a:r>
          </a:p>
          <a:p>
            <a:r>
              <a:rPr lang="en-US" altLang="en-US" sz="2800"/>
              <a:t>main()</a:t>
            </a:r>
          </a:p>
          <a:p>
            <a:r>
              <a:rPr lang="en-US" altLang="en-US" sz="2800"/>
              <a:t>{</a:t>
            </a:r>
          </a:p>
          <a:p>
            <a:r>
              <a:rPr lang="en-US" altLang="en-US" sz="2800"/>
              <a:t>	#ifdef UNIX</a:t>
            </a:r>
          </a:p>
          <a:p>
            <a:r>
              <a:rPr lang="en-US" altLang="en-US" sz="2800"/>
              <a:t>		printf("\nIn #ifdef UNIX");</a:t>
            </a:r>
          </a:p>
          <a:p>
            <a:r>
              <a:rPr lang="en-US" altLang="en-US" sz="2800"/>
              <a:t>	#else</a:t>
            </a:r>
          </a:p>
          <a:p>
            <a:r>
              <a:rPr lang="en-US" altLang="en-US" sz="2800"/>
              <a:t>		printf("\nIn else");</a:t>
            </a:r>
          </a:p>
          <a:p>
            <a:r>
              <a:rPr lang="en-US" altLang="en-US" sz="2800"/>
              <a:t>	#endif</a:t>
            </a:r>
          </a:p>
          <a:p>
            <a:r>
              <a:rPr lang="en-US" altLang="en-US" sz="2800"/>
              <a:t>}</a:t>
            </a:r>
          </a:p>
        </p:txBody>
      </p:sp>
      <p:sp>
        <p:nvSpPr>
          <p:cNvPr id="45061" name="Rectangle 5">
            <a:extLst>
              <a:ext uri="{FF2B5EF4-FFF2-40B4-BE49-F238E27FC236}">
                <a16:creationId xmlns:a16="http://schemas.microsoft.com/office/drawing/2014/main" id="{B7D77EA7-7FEA-FE85-F833-7DD7FCEB05E1}"/>
              </a:ext>
            </a:extLst>
          </p:cNvPr>
          <p:cNvSpPr>
            <a:spLocks noChangeArrowheads="1"/>
          </p:cNvSpPr>
          <p:nvPr/>
        </p:nvSpPr>
        <p:spPr bwMode="auto">
          <a:xfrm>
            <a:off x="228600" y="4876800"/>
            <a:ext cx="7391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u="sng"/>
              <a:t>OUTPUT:</a:t>
            </a:r>
          </a:p>
          <a:p>
            <a:r>
              <a:rPr lang="en-US" altLang="en-US" sz="2800"/>
              <a:t>In #ifdef UNIX</a:t>
            </a:r>
          </a:p>
          <a:p>
            <a:r>
              <a:rPr lang="en-US" altLang="en-US" sz="2800"/>
              <a:t>Press any key to continue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DC5831-C5E0-EC1D-F356-0C957E6CB041}"/>
              </a:ext>
            </a:extLst>
          </p:cNvPr>
          <p:cNvSpPr>
            <a:spLocks noGrp="1"/>
          </p:cNvSpPr>
          <p:nvPr>
            <p:ph type="sldNum" sz="quarter" idx="12"/>
          </p:nvPr>
        </p:nvSpPr>
        <p:spPr/>
        <p:txBody>
          <a:bodyPr/>
          <a:lstStyle/>
          <a:p>
            <a:fld id="{CFDA76C3-8CF8-4C1A-BE6A-154772D29A45}" type="slidenum">
              <a:rPr lang="en-US" altLang="en-US"/>
              <a:pPr/>
              <a:t>29</a:t>
            </a:fld>
            <a:endParaRPr lang="en-US" altLang="en-US"/>
          </a:p>
        </p:txBody>
      </p:sp>
      <p:sp>
        <p:nvSpPr>
          <p:cNvPr id="19460" name="Rectangle 4">
            <a:extLst>
              <a:ext uri="{FF2B5EF4-FFF2-40B4-BE49-F238E27FC236}">
                <a16:creationId xmlns:a16="http://schemas.microsoft.com/office/drawing/2014/main" id="{91DDF56E-7895-AAEA-9F06-B37329C8B74B}"/>
              </a:ext>
            </a:extLst>
          </p:cNvPr>
          <p:cNvSpPr>
            <a:spLocks noChangeArrowheads="1"/>
          </p:cNvSpPr>
          <p:nvPr/>
        </p:nvSpPr>
        <p:spPr bwMode="auto">
          <a:xfrm>
            <a:off x="609600" y="533400"/>
            <a:ext cx="8534400" cy="533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main()</a:t>
            </a:r>
          </a:p>
          <a:p>
            <a:r>
              <a:rPr lang="en-US" altLang="en-US" sz="2800"/>
              <a:t>{</a:t>
            </a:r>
          </a:p>
          <a:p>
            <a:r>
              <a:rPr lang="en-US" altLang="en-US" sz="2800"/>
              <a:t>	#ifndef UNIX</a:t>
            </a:r>
          </a:p>
          <a:p>
            <a:r>
              <a:rPr lang="en-US" altLang="en-US" sz="2800"/>
              <a:t>		code suitable for WINDOWS machine</a:t>
            </a:r>
          </a:p>
          <a:p>
            <a:r>
              <a:rPr lang="en-US" altLang="en-US" sz="2800"/>
              <a:t>	#else</a:t>
            </a:r>
          </a:p>
          <a:p>
            <a:r>
              <a:rPr lang="en-US" altLang="en-US" sz="2800"/>
              <a:t>		code suitable for UNIX machine</a:t>
            </a:r>
          </a:p>
          <a:p>
            <a:r>
              <a:rPr lang="en-US" altLang="en-US" sz="2800"/>
              <a:t>	#endif</a:t>
            </a:r>
          </a:p>
          <a:p>
            <a:r>
              <a:rPr lang="en-US" altLang="en-US" sz="2800"/>
              <a:t>		code common to both machines</a:t>
            </a:r>
          </a:p>
          <a:p>
            <a:r>
              <a:rPr lang="en-US" altLang="en-US" sz="2800"/>
              <a:t>}</a:t>
            </a:r>
          </a:p>
          <a:p>
            <a:endParaRPr lang="en-US" altLang="en-US" sz="2800"/>
          </a:p>
          <a:p>
            <a:r>
              <a:rPr lang="en-US" altLang="en-US" sz="3200" b="1">
                <a:solidFill>
                  <a:srgbClr val="0000FF"/>
                </a:solidFill>
              </a:rPr>
              <a:t>#ifndef means (If not defined) and it works exactly opposite of #ifdef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68A983-1E26-9AA2-691E-EE5AC19EFFBE}"/>
              </a:ext>
            </a:extLst>
          </p:cNvPr>
          <p:cNvSpPr>
            <a:spLocks noGrp="1"/>
          </p:cNvSpPr>
          <p:nvPr>
            <p:ph type="sldNum" sz="quarter" idx="12"/>
          </p:nvPr>
        </p:nvSpPr>
        <p:spPr/>
        <p:txBody>
          <a:bodyPr/>
          <a:lstStyle/>
          <a:p>
            <a:fld id="{904DE0BE-ACD1-4601-86F7-6FBBEE7A91B2}" type="slidenum">
              <a:rPr lang="en-US" altLang="en-US"/>
              <a:pPr/>
              <a:t>30</a:t>
            </a:fld>
            <a:endParaRPr lang="en-US" altLang="en-US"/>
          </a:p>
        </p:txBody>
      </p:sp>
      <p:sp>
        <p:nvSpPr>
          <p:cNvPr id="46084" name="Rectangle 4">
            <a:extLst>
              <a:ext uri="{FF2B5EF4-FFF2-40B4-BE49-F238E27FC236}">
                <a16:creationId xmlns:a16="http://schemas.microsoft.com/office/drawing/2014/main" id="{9002F175-E0A4-9312-E5A7-15A08D99DB7B}"/>
              </a:ext>
            </a:extLst>
          </p:cNvPr>
          <p:cNvSpPr>
            <a:spLocks noChangeArrowheads="1"/>
          </p:cNvSpPr>
          <p:nvPr/>
        </p:nvSpPr>
        <p:spPr bwMode="auto">
          <a:xfrm>
            <a:off x="609600" y="304800"/>
            <a:ext cx="7391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#define UNIX</a:t>
            </a:r>
          </a:p>
          <a:p>
            <a:r>
              <a:rPr lang="en-US" altLang="en-US" sz="2800"/>
              <a:t>main()</a:t>
            </a:r>
          </a:p>
          <a:p>
            <a:r>
              <a:rPr lang="en-US" altLang="en-US" sz="2800"/>
              <a:t>{</a:t>
            </a:r>
          </a:p>
          <a:p>
            <a:r>
              <a:rPr lang="en-US" altLang="en-US" sz="2800"/>
              <a:t>	#ifndef UNIX</a:t>
            </a:r>
          </a:p>
          <a:p>
            <a:r>
              <a:rPr lang="en-US" altLang="en-US" sz="2800"/>
              <a:t>		printf("\nIn #ifdef UNIX");</a:t>
            </a:r>
          </a:p>
          <a:p>
            <a:r>
              <a:rPr lang="en-US" altLang="en-US" sz="2800"/>
              <a:t>	#else</a:t>
            </a:r>
          </a:p>
          <a:p>
            <a:r>
              <a:rPr lang="en-US" altLang="en-US" sz="2800"/>
              <a:t>		printf("\nIn else");</a:t>
            </a:r>
          </a:p>
          <a:p>
            <a:r>
              <a:rPr lang="en-US" altLang="en-US" sz="2800"/>
              <a:t>	#endif</a:t>
            </a:r>
          </a:p>
          <a:p>
            <a:r>
              <a:rPr lang="en-US" altLang="en-US" sz="2800"/>
              <a:t>}</a:t>
            </a:r>
          </a:p>
        </p:txBody>
      </p:sp>
      <p:sp>
        <p:nvSpPr>
          <p:cNvPr id="46085" name="Rectangle 5">
            <a:extLst>
              <a:ext uri="{FF2B5EF4-FFF2-40B4-BE49-F238E27FC236}">
                <a16:creationId xmlns:a16="http://schemas.microsoft.com/office/drawing/2014/main" id="{6A5542F9-28AC-89FE-25BD-6F093AD8E24F}"/>
              </a:ext>
            </a:extLst>
          </p:cNvPr>
          <p:cNvSpPr>
            <a:spLocks noChangeArrowheads="1"/>
          </p:cNvSpPr>
          <p:nvPr/>
        </p:nvSpPr>
        <p:spPr bwMode="auto">
          <a:xfrm>
            <a:off x="228600" y="4876800"/>
            <a:ext cx="7391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u="sng"/>
              <a:t>OUTPUT:</a:t>
            </a:r>
          </a:p>
          <a:p>
            <a:r>
              <a:rPr lang="en-US" altLang="en-US" sz="2800"/>
              <a:t>In else</a:t>
            </a:r>
          </a:p>
          <a:p>
            <a:r>
              <a:rPr lang="en-US" altLang="en-US" sz="2800"/>
              <a:t>Press any key to continue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1E313A5-0396-8C95-5CA0-D2426B7BBCE4}"/>
              </a:ext>
            </a:extLst>
          </p:cNvPr>
          <p:cNvSpPr>
            <a:spLocks noGrp="1"/>
          </p:cNvSpPr>
          <p:nvPr>
            <p:ph type="sldNum" sz="quarter" idx="12"/>
          </p:nvPr>
        </p:nvSpPr>
        <p:spPr/>
        <p:txBody>
          <a:bodyPr/>
          <a:lstStyle/>
          <a:p>
            <a:fld id="{4D108CB9-CBDD-4437-BA79-11FFDCA7AEDC}" type="slidenum">
              <a:rPr lang="en-US" altLang="en-US"/>
              <a:pPr/>
              <a:t>31</a:t>
            </a:fld>
            <a:endParaRPr lang="en-US" altLang="en-US"/>
          </a:p>
        </p:txBody>
      </p:sp>
      <p:sp>
        <p:nvSpPr>
          <p:cNvPr id="43012" name="Rectangle 4">
            <a:extLst>
              <a:ext uri="{FF2B5EF4-FFF2-40B4-BE49-F238E27FC236}">
                <a16:creationId xmlns:a16="http://schemas.microsoft.com/office/drawing/2014/main" id="{1A20DEDE-AF1B-A7C9-4A8F-EE82139B7AA5}"/>
              </a:ext>
            </a:extLst>
          </p:cNvPr>
          <p:cNvSpPr>
            <a:spLocks noChangeArrowheads="1"/>
          </p:cNvSpPr>
          <p:nvPr/>
        </p:nvSpPr>
        <p:spPr bwMode="auto">
          <a:xfrm>
            <a:off x="457200" y="609600"/>
            <a:ext cx="8229600" cy="551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lgn="just"/>
            <a:r>
              <a:rPr lang="en-US" altLang="en-US" b="1">
                <a:solidFill>
                  <a:srgbClr val="0000FF"/>
                </a:solidFill>
              </a:rPr>
              <a:t>#undef</a:t>
            </a:r>
            <a:r>
              <a:rPr lang="en-US" altLang="en-US" b="1"/>
              <a:t> </a:t>
            </a:r>
            <a:r>
              <a:rPr lang="en-US" altLang="en-US"/>
              <a:t>directive</a:t>
            </a:r>
            <a:r>
              <a:rPr lang="en-US" altLang="en-US" b="1"/>
              <a:t> </a:t>
            </a:r>
            <a:r>
              <a:rPr lang="en-US" altLang="en-US"/>
              <a:t>is used in order to </a:t>
            </a:r>
            <a:r>
              <a:rPr lang="en-US" altLang="en-US">
                <a:solidFill>
                  <a:srgbClr val="0000FF"/>
                </a:solidFill>
              </a:rPr>
              <a:t>undefine a macro</a:t>
            </a:r>
            <a:r>
              <a:rPr lang="en-US" altLang="en-US"/>
              <a:t> which has been earlier #defined.</a:t>
            </a:r>
          </a:p>
          <a:p>
            <a:pPr algn="just"/>
            <a:r>
              <a:rPr lang="en-US" altLang="en-US" b="1"/>
              <a:t>#undef UNIX</a:t>
            </a:r>
            <a:r>
              <a:rPr lang="en-US" altLang="en-US"/>
              <a:t> would cause the definition of UNIX to be removed from the system. </a:t>
            </a:r>
          </a:p>
          <a:p>
            <a:pPr algn="just"/>
            <a:r>
              <a:rPr lang="en-US" altLang="en-US"/>
              <a:t>All subsequent </a:t>
            </a:r>
            <a:r>
              <a:rPr lang="en-US" altLang="en-US" b="1"/>
              <a:t>#ifdef UNIX</a:t>
            </a:r>
            <a:r>
              <a:rPr lang="en-US" altLang="en-US"/>
              <a:t> statements would evaluate to false.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8CDB14-1DF9-259F-6033-0D76750F80DE}"/>
              </a:ext>
            </a:extLst>
          </p:cNvPr>
          <p:cNvSpPr>
            <a:spLocks noGrp="1"/>
          </p:cNvSpPr>
          <p:nvPr>
            <p:ph type="sldNum" sz="quarter" idx="12"/>
          </p:nvPr>
        </p:nvSpPr>
        <p:spPr/>
        <p:txBody>
          <a:bodyPr/>
          <a:lstStyle/>
          <a:p>
            <a:fld id="{BD6E43C3-DD9A-4C65-ACFE-628529ABBE60}" type="slidenum">
              <a:rPr lang="en-US" altLang="en-US"/>
              <a:pPr/>
              <a:t>32</a:t>
            </a:fld>
            <a:endParaRPr lang="en-US" altLang="en-US"/>
          </a:p>
        </p:txBody>
      </p:sp>
      <p:sp>
        <p:nvSpPr>
          <p:cNvPr id="44034" name="Rectangle 2">
            <a:extLst>
              <a:ext uri="{FF2B5EF4-FFF2-40B4-BE49-F238E27FC236}">
                <a16:creationId xmlns:a16="http://schemas.microsoft.com/office/drawing/2014/main" id="{D670FD9E-48F3-622D-8059-4ACCD63D4FD9}"/>
              </a:ext>
            </a:extLst>
          </p:cNvPr>
          <p:cNvSpPr>
            <a:spLocks noChangeArrowheads="1"/>
          </p:cNvSpPr>
          <p:nvPr/>
        </p:nvSpPr>
        <p:spPr bwMode="auto">
          <a:xfrm>
            <a:off x="228600" y="76200"/>
            <a:ext cx="7162800" cy="629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a:t>#define UNIX</a:t>
            </a:r>
          </a:p>
          <a:p>
            <a:r>
              <a:rPr lang="en-US" altLang="en-US" sz="2400"/>
              <a:t>main()</a:t>
            </a:r>
          </a:p>
          <a:p>
            <a:r>
              <a:rPr lang="en-US" altLang="en-US" sz="2400"/>
              <a:t>{</a:t>
            </a:r>
          </a:p>
          <a:p>
            <a:r>
              <a:rPr lang="en-US" altLang="en-US" sz="2400"/>
              <a:t>	#ifdef UNIX</a:t>
            </a:r>
          </a:p>
          <a:p>
            <a:r>
              <a:rPr lang="en-US" altLang="en-US" sz="2400"/>
              <a:t>		printf("\nIn #ifdef UNIX");</a:t>
            </a:r>
          </a:p>
          <a:p>
            <a:r>
              <a:rPr lang="en-US" altLang="en-US" sz="2400"/>
              <a:t>	#else</a:t>
            </a:r>
          </a:p>
          <a:p>
            <a:r>
              <a:rPr lang="en-US" altLang="en-US" sz="2400"/>
              <a:t>		printf("\nIn else");</a:t>
            </a:r>
          </a:p>
          <a:p>
            <a:r>
              <a:rPr lang="en-US" altLang="en-US" sz="2400"/>
              <a:t>	#endif</a:t>
            </a:r>
          </a:p>
          <a:p>
            <a:endParaRPr lang="en-US" altLang="en-US" sz="2400"/>
          </a:p>
          <a:p>
            <a:r>
              <a:rPr lang="en-US" altLang="en-US" sz="2400"/>
              <a:t>	</a:t>
            </a:r>
            <a:r>
              <a:rPr lang="en-US" altLang="en-US" sz="2400" b="1"/>
              <a:t>#undef UNIX </a:t>
            </a:r>
          </a:p>
          <a:p>
            <a:endParaRPr lang="en-US" altLang="en-US" sz="2400" b="1"/>
          </a:p>
          <a:p>
            <a:r>
              <a:rPr lang="en-US" altLang="en-US" sz="2400"/>
              <a:t>	#ifdef UNIX</a:t>
            </a:r>
          </a:p>
          <a:p>
            <a:r>
              <a:rPr lang="en-US" altLang="en-US" sz="2400"/>
              <a:t>		printf("\nIn #ifdef UNIX");</a:t>
            </a:r>
          </a:p>
          <a:p>
            <a:r>
              <a:rPr lang="en-US" altLang="en-US" sz="2400"/>
              <a:t>	#else</a:t>
            </a:r>
          </a:p>
          <a:p>
            <a:r>
              <a:rPr lang="en-US" altLang="en-US" sz="2400"/>
              <a:t>		printf("\nIn else, after #undef UNIX");</a:t>
            </a:r>
          </a:p>
          <a:p>
            <a:r>
              <a:rPr lang="en-US" altLang="en-US" sz="2400"/>
              <a:t>	#endif</a:t>
            </a:r>
          </a:p>
          <a:p>
            <a:r>
              <a:rPr lang="en-US" altLang="en-US" sz="240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E0E55C-A6DD-213D-02CD-FC1FF1652554}"/>
              </a:ext>
            </a:extLst>
          </p:cNvPr>
          <p:cNvSpPr>
            <a:spLocks noGrp="1"/>
          </p:cNvSpPr>
          <p:nvPr>
            <p:ph type="sldNum" sz="quarter" idx="12"/>
          </p:nvPr>
        </p:nvSpPr>
        <p:spPr/>
        <p:txBody>
          <a:bodyPr/>
          <a:lstStyle/>
          <a:p>
            <a:fld id="{4D2266D9-B61E-400C-928E-6ADE4655A3B4}" type="slidenum">
              <a:rPr lang="en-US" altLang="en-US"/>
              <a:pPr/>
              <a:t>33</a:t>
            </a:fld>
            <a:endParaRPr lang="en-US" altLang="en-US"/>
          </a:p>
        </p:txBody>
      </p:sp>
      <p:sp>
        <p:nvSpPr>
          <p:cNvPr id="47108" name="Rectangle 4">
            <a:extLst>
              <a:ext uri="{FF2B5EF4-FFF2-40B4-BE49-F238E27FC236}">
                <a16:creationId xmlns:a16="http://schemas.microsoft.com/office/drawing/2014/main" id="{B72F1219-E4A9-EC25-EC8A-FAFE017A61C6}"/>
              </a:ext>
            </a:extLst>
          </p:cNvPr>
          <p:cNvSpPr>
            <a:spLocks noChangeArrowheads="1"/>
          </p:cNvSpPr>
          <p:nvPr/>
        </p:nvSpPr>
        <p:spPr bwMode="auto">
          <a:xfrm>
            <a:off x="228600" y="457200"/>
            <a:ext cx="7543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u="sng"/>
              <a:t>OUTPUT:</a:t>
            </a:r>
          </a:p>
          <a:p>
            <a:r>
              <a:rPr lang="en-US" altLang="en-US" sz="2800"/>
              <a:t>In #ifdef UNIX</a:t>
            </a:r>
          </a:p>
          <a:p>
            <a:r>
              <a:rPr lang="en-US" altLang="en-US" sz="2800"/>
              <a:t>In else, after #undef UNIX</a:t>
            </a:r>
          </a:p>
          <a:p>
            <a:r>
              <a:rPr lang="en-US" altLang="en-US" sz="2800"/>
              <a:t>Press any key to continue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6E6D58-7DDD-D9C0-8CA3-44D6E6845570}"/>
              </a:ext>
            </a:extLst>
          </p:cNvPr>
          <p:cNvSpPr>
            <a:spLocks noGrp="1"/>
          </p:cNvSpPr>
          <p:nvPr>
            <p:ph type="sldNum" sz="quarter" idx="12"/>
          </p:nvPr>
        </p:nvSpPr>
        <p:spPr/>
        <p:txBody>
          <a:bodyPr/>
          <a:lstStyle/>
          <a:p>
            <a:fld id="{C0FCF6D3-8E18-4AA3-B92E-EBE59E92F8BF}" type="slidenum">
              <a:rPr lang="en-US" altLang="en-US"/>
              <a:pPr/>
              <a:t>34</a:t>
            </a:fld>
            <a:endParaRPr lang="en-US" altLang="en-US"/>
          </a:p>
        </p:txBody>
      </p:sp>
      <p:sp>
        <p:nvSpPr>
          <p:cNvPr id="41988" name="Rectangle 4">
            <a:extLst>
              <a:ext uri="{FF2B5EF4-FFF2-40B4-BE49-F238E27FC236}">
                <a16:creationId xmlns:a16="http://schemas.microsoft.com/office/drawing/2014/main" id="{CE30E0FC-B373-FBA7-1664-830619540138}"/>
              </a:ext>
            </a:extLst>
          </p:cNvPr>
          <p:cNvSpPr>
            <a:spLocks noChangeArrowheads="1"/>
          </p:cNvSpPr>
          <p:nvPr/>
        </p:nvSpPr>
        <p:spPr bwMode="auto">
          <a:xfrm>
            <a:off x="228600" y="76200"/>
            <a:ext cx="7162800" cy="629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a:t>#define UNIX</a:t>
            </a:r>
          </a:p>
          <a:p>
            <a:r>
              <a:rPr lang="en-US" altLang="en-US" sz="2400"/>
              <a:t>main()</a:t>
            </a:r>
          </a:p>
          <a:p>
            <a:r>
              <a:rPr lang="en-US" altLang="en-US" sz="2400"/>
              <a:t>{</a:t>
            </a:r>
          </a:p>
          <a:p>
            <a:r>
              <a:rPr lang="en-US" altLang="en-US" sz="2400"/>
              <a:t>	#ifdef UNIX</a:t>
            </a:r>
          </a:p>
          <a:p>
            <a:r>
              <a:rPr lang="en-US" altLang="en-US" sz="2400"/>
              <a:t>		printf("\nIn #ifdef UNIX");</a:t>
            </a:r>
          </a:p>
          <a:p>
            <a:r>
              <a:rPr lang="en-US" altLang="en-US" sz="2400"/>
              <a:t>	#else</a:t>
            </a:r>
          </a:p>
          <a:p>
            <a:r>
              <a:rPr lang="en-US" altLang="en-US" sz="2400"/>
              <a:t>		printf("\nIn else");</a:t>
            </a:r>
          </a:p>
          <a:p>
            <a:r>
              <a:rPr lang="en-US" altLang="en-US" sz="2400"/>
              <a:t>	#endif</a:t>
            </a:r>
          </a:p>
          <a:p>
            <a:endParaRPr lang="en-US" altLang="en-US" sz="2400"/>
          </a:p>
          <a:p>
            <a:r>
              <a:rPr lang="en-US" altLang="en-US" sz="2400"/>
              <a:t>	</a:t>
            </a:r>
            <a:r>
              <a:rPr lang="en-US" altLang="en-US" sz="2400" b="1"/>
              <a:t>#undef UNIX </a:t>
            </a:r>
          </a:p>
          <a:p>
            <a:endParaRPr lang="en-US" altLang="en-US" sz="2400" b="1"/>
          </a:p>
          <a:p>
            <a:r>
              <a:rPr lang="en-US" altLang="en-US" sz="2400"/>
              <a:t>	</a:t>
            </a:r>
            <a:r>
              <a:rPr lang="en-US" altLang="en-US" sz="2400" b="1"/>
              <a:t>#ifndef UNIX</a:t>
            </a:r>
          </a:p>
          <a:p>
            <a:r>
              <a:rPr lang="en-US" altLang="en-US" sz="2400"/>
              <a:t>		printf("\nIn #ifndef UNIX");</a:t>
            </a:r>
          </a:p>
          <a:p>
            <a:r>
              <a:rPr lang="en-US" altLang="en-US" sz="2400"/>
              <a:t>	#else</a:t>
            </a:r>
          </a:p>
          <a:p>
            <a:r>
              <a:rPr lang="en-US" altLang="en-US" sz="2400"/>
              <a:t>		printf("\nIn else, after #undef UNIX");</a:t>
            </a:r>
          </a:p>
          <a:p>
            <a:r>
              <a:rPr lang="en-US" altLang="en-US" sz="2400"/>
              <a:t>	#endif</a:t>
            </a:r>
          </a:p>
          <a:p>
            <a:r>
              <a:rPr lang="en-US" altLang="en-US" sz="240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E5888D-5E8F-5A86-10AE-BFBE78B090D4}"/>
              </a:ext>
            </a:extLst>
          </p:cNvPr>
          <p:cNvSpPr>
            <a:spLocks noGrp="1"/>
          </p:cNvSpPr>
          <p:nvPr>
            <p:ph type="sldNum" sz="quarter" idx="12"/>
          </p:nvPr>
        </p:nvSpPr>
        <p:spPr/>
        <p:txBody>
          <a:bodyPr/>
          <a:lstStyle/>
          <a:p>
            <a:fld id="{D5717D1B-AB64-468D-8761-647C0A18D1AF}" type="slidenum">
              <a:rPr lang="en-US" altLang="en-US"/>
              <a:pPr/>
              <a:t>35</a:t>
            </a:fld>
            <a:endParaRPr lang="en-US" altLang="en-US"/>
          </a:p>
        </p:txBody>
      </p:sp>
      <p:sp>
        <p:nvSpPr>
          <p:cNvPr id="48132" name="Rectangle 4">
            <a:extLst>
              <a:ext uri="{FF2B5EF4-FFF2-40B4-BE49-F238E27FC236}">
                <a16:creationId xmlns:a16="http://schemas.microsoft.com/office/drawing/2014/main" id="{5CDDDB22-63A5-5CC5-735B-255DEC57F176}"/>
              </a:ext>
            </a:extLst>
          </p:cNvPr>
          <p:cNvSpPr>
            <a:spLocks noChangeArrowheads="1"/>
          </p:cNvSpPr>
          <p:nvPr/>
        </p:nvSpPr>
        <p:spPr bwMode="auto">
          <a:xfrm>
            <a:off x="228600" y="457200"/>
            <a:ext cx="4800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u="sng"/>
              <a:t>OUTPUT:</a:t>
            </a:r>
          </a:p>
          <a:p>
            <a:r>
              <a:rPr lang="en-US" altLang="en-US" sz="2800"/>
              <a:t>In #ifdef UNIX</a:t>
            </a:r>
          </a:p>
          <a:p>
            <a:r>
              <a:rPr lang="en-US" altLang="en-US" sz="2800"/>
              <a:t>In #ifndef UNIX</a:t>
            </a:r>
          </a:p>
          <a:p>
            <a:r>
              <a:rPr lang="en-US" altLang="en-US" sz="2800"/>
              <a:t>Press any key to continue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A76F278-0E48-7ABA-1984-851C00916F46}"/>
              </a:ext>
            </a:extLst>
          </p:cNvPr>
          <p:cNvSpPr>
            <a:spLocks noGrp="1"/>
          </p:cNvSpPr>
          <p:nvPr>
            <p:ph type="sldNum" sz="quarter" idx="12"/>
          </p:nvPr>
        </p:nvSpPr>
        <p:spPr/>
        <p:txBody>
          <a:bodyPr/>
          <a:lstStyle/>
          <a:p>
            <a:fld id="{2DD9725D-7BAF-4D25-BDF4-065C3DEFB296}" type="slidenum">
              <a:rPr lang="en-US" altLang="en-US"/>
              <a:pPr/>
              <a:t>36</a:t>
            </a:fld>
            <a:endParaRPr lang="en-US" altLang="en-US"/>
          </a:p>
        </p:txBody>
      </p:sp>
      <p:sp>
        <p:nvSpPr>
          <p:cNvPr id="20482" name="Rectangle 2">
            <a:extLst>
              <a:ext uri="{FF2B5EF4-FFF2-40B4-BE49-F238E27FC236}">
                <a16:creationId xmlns:a16="http://schemas.microsoft.com/office/drawing/2014/main" id="{76266C05-CF31-1DF4-EC7E-E13D54E83DF2}"/>
              </a:ext>
            </a:extLst>
          </p:cNvPr>
          <p:cNvSpPr>
            <a:spLocks noGrp="1" noChangeArrowheads="1"/>
          </p:cNvSpPr>
          <p:nvPr>
            <p:ph type="title"/>
          </p:nvPr>
        </p:nvSpPr>
        <p:spPr/>
        <p:txBody>
          <a:bodyPr/>
          <a:lstStyle/>
          <a:p>
            <a:r>
              <a:rPr lang="en-US" altLang="en-US" b="1">
                <a:solidFill>
                  <a:srgbClr val="0000FF"/>
                </a:solidFill>
              </a:rPr>
              <a:t>#if and #elif Directives</a:t>
            </a:r>
          </a:p>
        </p:txBody>
      </p:sp>
      <p:sp>
        <p:nvSpPr>
          <p:cNvPr id="20483" name="Rectangle 3">
            <a:extLst>
              <a:ext uri="{FF2B5EF4-FFF2-40B4-BE49-F238E27FC236}">
                <a16:creationId xmlns:a16="http://schemas.microsoft.com/office/drawing/2014/main" id="{A8B5F63D-AF8C-AC9A-5D10-4A342AF241E9}"/>
              </a:ext>
            </a:extLst>
          </p:cNvPr>
          <p:cNvSpPr>
            <a:spLocks noGrp="1" noChangeArrowheads="1"/>
          </p:cNvSpPr>
          <p:nvPr>
            <p:ph type="body" idx="1"/>
          </p:nvPr>
        </p:nvSpPr>
        <p:spPr/>
        <p:txBody>
          <a:bodyPr/>
          <a:lstStyle/>
          <a:p>
            <a:pPr algn="just"/>
            <a:r>
              <a:rPr lang="en-US" altLang="en-US"/>
              <a:t>The #if directive can be used to test whether an expression evaluates to non-zero value or not.</a:t>
            </a:r>
          </a:p>
          <a:p>
            <a:pPr algn="just"/>
            <a:r>
              <a:rPr lang="en-US" altLang="en-US"/>
              <a:t>If the expression is non-zero, then subsequent lines upto #else , #elif(elseif) or #endif are compiled, otherwise skipped by the compiler.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802CDDCA-1DE1-E9BC-155F-728CA5C16603}"/>
              </a:ext>
            </a:extLst>
          </p:cNvPr>
          <p:cNvSpPr>
            <a:spLocks noGrp="1"/>
          </p:cNvSpPr>
          <p:nvPr>
            <p:ph type="sldNum" sz="quarter" idx="12"/>
          </p:nvPr>
        </p:nvSpPr>
        <p:spPr/>
        <p:txBody>
          <a:bodyPr/>
          <a:lstStyle/>
          <a:p>
            <a:fld id="{CAC5E837-988C-43E1-B595-BA4C9C5AAD89}" type="slidenum">
              <a:rPr lang="en-US" altLang="en-US"/>
              <a:pPr/>
              <a:t>37</a:t>
            </a:fld>
            <a:endParaRPr lang="en-US" altLang="en-US"/>
          </a:p>
        </p:txBody>
      </p:sp>
      <p:sp>
        <p:nvSpPr>
          <p:cNvPr id="82947" name="Rectangle 3">
            <a:extLst>
              <a:ext uri="{FF2B5EF4-FFF2-40B4-BE49-F238E27FC236}">
                <a16:creationId xmlns:a16="http://schemas.microsoft.com/office/drawing/2014/main" id="{E812932F-9748-649E-4FAE-68A0B81C7F98}"/>
              </a:ext>
            </a:extLst>
          </p:cNvPr>
          <p:cNvSpPr>
            <a:spLocks noGrp="1" noChangeArrowheads="1"/>
          </p:cNvSpPr>
          <p:nvPr>
            <p:ph type="body" idx="1"/>
          </p:nvPr>
        </p:nvSpPr>
        <p:spPr>
          <a:xfrm>
            <a:off x="457200" y="304800"/>
            <a:ext cx="8229600" cy="1828800"/>
          </a:xfrm>
        </p:spPr>
        <p:txBody>
          <a:bodyPr/>
          <a:lstStyle/>
          <a:p>
            <a:pPr algn="just">
              <a:lnSpc>
                <a:spcPct val="90000"/>
              </a:lnSpc>
            </a:pPr>
            <a:r>
              <a:rPr lang="en-US" altLang="en-US" sz="2800"/>
              <a:t>The condition that follows #if or #elif can only evaluate constant expressions, including macro expressions. </a:t>
            </a:r>
          </a:p>
          <a:p>
            <a:pPr algn="just">
              <a:lnSpc>
                <a:spcPct val="90000"/>
              </a:lnSpc>
            </a:pPr>
            <a:r>
              <a:rPr lang="en-US" altLang="en-US" sz="2800">
                <a:solidFill>
                  <a:srgbClr val="0000FF"/>
                </a:solidFill>
              </a:rPr>
              <a:t>{ } are not used to enclose multiple statements in #if, #elif or #else.</a:t>
            </a:r>
          </a:p>
          <a:p>
            <a:pPr algn="just">
              <a:lnSpc>
                <a:spcPct val="90000"/>
              </a:lnSpc>
            </a:pPr>
            <a:r>
              <a:rPr lang="en-US" altLang="en-US" sz="2800"/>
              <a:t>Its general form is:</a:t>
            </a:r>
          </a:p>
        </p:txBody>
      </p:sp>
      <p:sp>
        <p:nvSpPr>
          <p:cNvPr id="82948" name="Rectangle 4">
            <a:extLst>
              <a:ext uri="{FF2B5EF4-FFF2-40B4-BE49-F238E27FC236}">
                <a16:creationId xmlns:a16="http://schemas.microsoft.com/office/drawing/2014/main" id="{5348D703-7E46-8F92-2A6B-74A5FDFDAEA7}"/>
              </a:ext>
            </a:extLst>
          </p:cNvPr>
          <p:cNvSpPr>
            <a:spLocks noChangeArrowheads="1"/>
          </p:cNvSpPr>
          <p:nvPr/>
        </p:nvSpPr>
        <p:spPr bwMode="auto">
          <a:xfrm>
            <a:off x="4343400" y="2438400"/>
            <a:ext cx="45720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#if expression 1</a:t>
            </a:r>
          </a:p>
          <a:p>
            <a:r>
              <a:rPr lang="en-US" altLang="en-US" sz="2800"/>
              <a:t>	statement 1;</a:t>
            </a:r>
          </a:p>
          <a:p>
            <a:r>
              <a:rPr lang="en-US" altLang="en-US" sz="2800"/>
              <a:t>  #elif expression 2</a:t>
            </a:r>
          </a:p>
          <a:p>
            <a:r>
              <a:rPr lang="en-US" altLang="en-US" sz="2800"/>
              <a:t>	statement 2;</a:t>
            </a:r>
          </a:p>
          <a:p>
            <a:r>
              <a:rPr lang="en-US" altLang="en-US" sz="2800"/>
              <a:t>  #elif expression 3</a:t>
            </a:r>
          </a:p>
          <a:p>
            <a:r>
              <a:rPr lang="en-US" altLang="en-US" sz="2800"/>
              <a:t>	statement 3;</a:t>
            </a:r>
          </a:p>
          <a:p>
            <a:r>
              <a:rPr lang="en-US" altLang="en-US" sz="1400"/>
              <a:t>    </a:t>
            </a:r>
            <a:r>
              <a:rPr lang="en-US" altLang="en-US" sz="2800"/>
              <a:t>#else</a:t>
            </a:r>
          </a:p>
          <a:p>
            <a:r>
              <a:rPr lang="en-US" altLang="en-US" sz="2800"/>
              <a:t>	 statement 4;</a:t>
            </a:r>
          </a:p>
          <a:p>
            <a:r>
              <a:rPr lang="en-US" altLang="en-US" sz="2800"/>
              <a:t>#endif</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6F47B12-0E90-6E01-9057-30D4B2BF0032}"/>
              </a:ext>
            </a:extLst>
          </p:cNvPr>
          <p:cNvSpPr>
            <a:spLocks noGrp="1"/>
          </p:cNvSpPr>
          <p:nvPr>
            <p:ph type="sldNum" sz="quarter" idx="12"/>
          </p:nvPr>
        </p:nvSpPr>
        <p:spPr/>
        <p:txBody>
          <a:bodyPr/>
          <a:lstStyle/>
          <a:p>
            <a:fld id="{9D050683-B75E-49AE-A78F-C2BB636023FD}" type="slidenum">
              <a:rPr lang="en-US" altLang="en-US"/>
              <a:pPr/>
              <a:t>38</a:t>
            </a:fld>
            <a:endParaRPr lang="en-US" altLang="en-US"/>
          </a:p>
        </p:txBody>
      </p:sp>
      <p:sp>
        <p:nvSpPr>
          <p:cNvPr id="60422" name="Rectangle 6">
            <a:extLst>
              <a:ext uri="{FF2B5EF4-FFF2-40B4-BE49-F238E27FC236}">
                <a16:creationId xmlns:a16="http://schemas.microsoft.com/office/drawing/2014/main" id="{4C6D6F48-4303-F8C5-1701-613BC26E22E7}"/>
              </a:ext>
            </a:extLst>
          </p:cNvPr>
          <p:cNvSpPr>
            <a:spLocks noChangeArrowheads="1"/>
          </p:cNvSpPr>
          <p:nvPr/>
        </p:nvSpPr>
        <p:spPr bwMode="auto">
          <a:xfrm>
            <a:off x="304800" y="304800"/>
            <a:ext cx="4267200" cy="6497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#include&lt;stdio.h&gt;</a:t>
            </a:r>
          </a:p>
          <a:p>
            <a:r>
              <a:rPr lang="en-US" altLang="en-US" sz="2800"/>
              <a:t>#define SIZE 20</a:t>
            </a:r>
          </a:p>
          <a:p>
            <a:r>
              <a:rPr lang="en-US" altLang="en-US" sz="2800"/>
              <a:t>#if SIZE&gt;200</a:t>
            </a:r>
          </a:p>
          <a:p>
            <a:r>
              <a:rPr lang="en-US" altLang="en-US" sz="2800"/>
              <a:t>   #define SIZE 200</a:t>
            </a:r>
          </a:p>
          <a:p>
            <a:r>
              <a:rPr lang="en-US" altLang="en-US" sz="2800"/>
              <a:t>#elif SIZE&lt;50</a:t>
            </a:r>
          </a:p>
          <a:p>
            <a:r>
              <a:rPr lang="en-US" altLang="en-US" sz="2800"/>
              <a:t>   #define SIZE 50</a:t>
            </a:r>
          </a:p>
          <a:p>
            <a:r>
              <a:rPr lang="en-US" altLang="en-US" sz="2800"/>
              <a:t>   #define SIZE 150</a:t>
            </a:r>
          </a:p>
          <a:p>
            <a:r>
              <a:rPr lang="en-US" altLang="en-US" sz="2800"/>
              <a:t>#else</a:t>
            </a:r>
          </a:p>
          <a:p>
            <a:r>
              <a:rPr lang="en-US" altLang="en-US" sz="2800"/>
              <a:t>   #define SIZE 100</a:t>
            </a:r>
          </a:p>
          <a:p>
            <a:r>
              <a:rPr lang="en-US" altLang="en-US" sz="2800"/>
              <a:t>#endif </a:t>
            </a:r>
          </a:p>
          <a:p>
            <a:r>
              <a:rPr lang="en-US" altLang="en-US" sz="2800"/>
              <a:t>int a=SIZE;</a:t>
            </a:r>
          </a:p>
          <a:p>
            <a:r>
              <a:rPr lang="en-US" altLang="en-US" sz="2800"/>
              <a:t>main()</a:t>
            </a:r>
          </a:p>
          <a:p>
            <a:r>
              <a:rPr lang="en-US" altLang="en-US" sz="2800"/>
              <a:t>{</a:t>
            </a:r>
          </a:p>
          <a:p>
            <a:r>
              <a:rPr lang="en-US" altLang="en-US" sz="2800"/>
              <a:t>	printf("\na=%d",a);</a:t>
            </a:r>
          </a:p>
          <a:p>
            <a:r>
              <a:rPr lang="en-US" altLang="en-US" sz="2800"/>
              <a:t>}</a:t>
            </a:r>
          </a:p>
        </p:txBody>
      </p:sp>
      <p:sp>
        <p:nvSpPr>
          <p:cNvPr id="60423" name="Text Box 7">
            <a:extLst>
              <a:ext uri="{FF2B5EF4-FFF2-40B4-BE49-F238E27FC236}">
                <a16:creationId xmlns:a16="http://schemas.microsoft.com/office/drawing/2014/main" id="{0446A3E6-AF7E-6991-E920-0398CB2D356A}"/>
              </a:ext>
            </a:extLst>
          </p:cNvPr>
          <p:cNvSpPr txBox="1">
            <a:spLocks noChangeArrowheads="1"/>
          </p:cNvSpPr>
          <p:nvPr/>
        </p:nvSpPr>
        <p:spPr bwMode="auto">
          <a:xfrm>
            <a:off x="5638800" y="3657600"/>
            <a:ext cx="297180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600"/>
              <a:t>Output:</a:t>
            </a:r>
          </a:p>
          <a:p>
            <a:pPr>
              <a:spcBef>
                <a:spcPct val="50000"/>
              </a:spcBef>
            </a:pPr>
            <a:r>
              <a:rPr lang="en-US" altLang="en-US" sz="3600"/>
              <a:t>a=150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23"/>
                                        </p:tgtEl>
                                        <p:attrNameLst>
                                          <p:attrName>style.visibility</p:attrName>
                                        </p:attrNameLst>
                                      </p:cBhvr>
                                      <p:to>
                                        <p:strVal val="visible"/>
                                      </p:to>
                                    </p:set>
                                    <p:animEffect transition="in" filter="blinds(horizontal)">
                                      <p:cBhvr>
                                        <p:cTn id="7" dur="500"/>
                                        <p:tgtEl>
                                          <p:spTgt spid="60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C3F2F9C-CB4E-9F09-4BAB-7BC70E5F8A2B}"/>
              </a:ext>
            </a:extLst>
          </p:cNvPr>
          <p:cNvSpPr>
            <a:spLocks noGrp="1"/>
          </p:cNvSpPr>
          <p:nvPr>
            <p:ph type="sldNum" sz="quarter" idx="12"/>
          </p:nvPr>
        </p:nvSpPr>
        <p:spPr/>
        <p:txBody>
          <a:bodyPr/>
          <a:lstStyle/>
          <a:p>
            <a:fld id="{45D051CA-B999-4379-8D52-D96C2C5CD3D5}" type="slidenum">
              <a:rPr lang="en-US" altLang="en-US"/>
              <a:pPr/>
              <a:t>39</a:t>
            </a:fld>
            <a:endParaRPr lang="en-US" altLang="en-US"/>
          </a:p>
        </p:txBody>
      </p:sp>
      <p:sp>
        <p:nvSpPr>
          <p:cNvPr id="61442" name="Rectangle 2">
            <a:extLst>
              <a:ext uri="{FF2B5EF4-FFF2-40B4-BE49-F238E27FC236}">
                <a16:creationId xmlns:a16="http://schemas.microsoft.com/office/drawing/2014/main" id="{C51C8921-56FE-A262-2FDB-F1CF17283DC1}"/>
              </a:ext>
            </a:extLst>
          </p:cNvPr>
          <p:cNvSpPr>
            <a:spLocks noGrp="1" noChangeArrowheads="1"/>
          </p:cNvSpPr>
          <p:nvPr>
            <p:ph type="title"/>
          </p:nvPr>
        </p:nvSpPr>
        <p:spPr/>
        <p:txBody>
          <a:bodyPr/>
          <a:lstStyle/>
          <a:p>
            <a:r>
              <a:rPr lang="en-US" altLang="en-US" b="1">
                <a:solidFill>
                  <a:srgbClr val="0000FF"/>
                </a:solidFill>
              </a:rPr>
              <a:t>#error Directive</a:t>
            </a:r>
          </a:p>
        </p:txBody>
      </p:sp>
      <p:sp>
        <p:nvSpPr>
          <p:cNvPr id="61443" name="Rectangle 3">
            <a:extLst>
              <a:ext uri="{FF2B5EF4-FFF2-40B4-BE49-F238E27FC236}">
                <a16:creationId xmlns:a16="http://schemas.microsoft.com/office/drawing/2014/main" id="{1004CAF2-51F5-56C4-F43A-744C831C6D98}"/>
              </a:ext>
            </a:extLst>
          </p:cNvPr>
          <p:cNvSpPr>
            <a:spLocks noGrp="1" noChangeArrowheads="1"/>
          </p:cNvSpPr>
          <p:nvPr>
            <p:ph type="body" idx="1"/>
          </p:nvPr>
        </p:nvSpPr>
        <p:spPr>
          <a:xfrm>
            <a:off x="457200" y="1371600"/>
            <a:ext cx="8229600" cy="4876800"/>
          </a:xfrm>
        </p:spPr>
        <p:txBody>
          <a:bodyPr/>
          <a:lstStyle/>
          <a:p>
            <a:pPr algn="just"/>
            <a:r>
              <a:rPr lang="en-US" altLang="en-US" sz="3600"/>
              <a:t>The #error directive is used to produce diagnostic messages during debugging.</a:t>
            </a:r>
          </a:p>
          <a:p>
            <a:pPr algn="just"/>
            <a:r>
              <a:rPr lang="en-US" altLang="en-US" sz="3600"/>
              <a:t>The general form is:</a:t>
            </a:r>
          </a:p>
          <a:p>
            <a:pPr algn="just"/>
            <a:r>
              <a:rPr lang="en-US" altLang="en-US" sz="3600">
                <a:solidFill>
                  <a:srgbClr val="0000FF"/>
                </a:solidFill>
              </a:rPr>
              <a:t>#error </a:t>
            </a:r>
            <a:r>
              <a:rPr lang="en-US" altLang="en-US" sz="3600" i="1">
                <a:solidFill>
                  <a:srgbClr val="0000FF"/>
                </a:solidFill>
              </a:rPr>
              <a:t>error message</a:t>
            </a:r>
          </a:p>
          <a:p>
            <a:pPr algn="just"/>
            <a:r>
              <a:rPr lang="en-US" altLang="en-US" sz="3600"/>
              <a:t>When the #error directive is encountered, it displays the error message and terminates processing.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1A7DAE3-4E09-8966-F789-EAA6D10E08F8}"/>
              </a:ext>
            </a:extLst>
          </p:cNvPr>
          <p:cNvSpPr>
            <a:spLocks noGrp="1"/>
          </p:cNvSpPr>
          <p:nvPr>
            <p:ph type="sldNum" sz="quarter" idx="12"/>
          </p:nvPr>
        </p:nvSpPr>
        <p:spPr/>
        <p:txBody>
          <a:bodyPr/>
          <a:lstStyle/>
          <a:p>
            <a:fld id="{359DCDA4-E4D1-434F-BAEF-F1379389D8D4}" type="slidenum">
              <a:rPr lang="en-US" altLang="en-US"/>
              <a:pPr/>
              <a:t>40</a:t>
            </a:fld>
            <a:endParaRPr lang="en-US" altLang="en-US"/>
          </a:p>
        </p:txBody>
      </p:sp>
      <p:sp>
        <p:nvSpPr>
          <p:cNvPr id="67587" name="Rectangle 3">
            <a:extLst>
              <a:ext uri="{FF2B5EF4-FFF2-40B4-BE49-F238E27FC236}">
                <a16:creationId xmlns:a16="http://schemas.microsoft.com/office/drawing/2014/main" id="{40694F03-6BF8-C296-E7E8-88D7019D2849}"/>
              </a:ext>
            </a:extLst>
          </p:cNvPr>
          <p:cNvSpPr>
            <a:spLocks noGrp="1" noChangeArrowheads="1"/>
          </p:cNvSpPr>
          <p:nvPr>
            <p:ph type="body" idx="1"/>
          </p:nvPr>
        </p:nvSpPr>
        <p:spPr>
          <a:xfrm>
            <a:off x="457200" y="381000"/>
            <a:ext cx="8229600" cy="5745163"/>
          </a:xfrm>
        </p:spPr>
        <p:txBody>
          <a:bodyPr/>
          <a:lstStyle/>
          <a:p>
            <a:pPr>
              <a:buFontTx/>
              <a:buNone/>
            </a:pPr>
            <a:r>
              <a:rPr lang="en-US" altLang="en-US"/>
              <a:t>#define TEST printf("defined")</a:t>
            </a:r>
          </a:p>
          <a:p>
            <a:pPr lvl="1">
              <a:buFontTx/>
              <a:buNone/>
            </a:pPr>
            <a:r>
              <a:rPr lang="en-US" altLang="en-US"/>
              <a:t>main()</a:t>
            </a:r>
          </a:p>
          <a:p>
            <a:pPr lvl="1">
              <a:buFontTx/>
              <a:buNone/>
            </a:pPr>
            <a:r>
              <a:rPr lang="en-US" altLang="en-US"/>
              <a:t>{</a:t>
            </a:r>
          </a:p>
          <a:p>
            <a:pPr lvl="1">
              <a:buFontTx/>
              <a:buNone/>
            </a:pPr>
            <a:r>
              <a:rPr lang="en-US" altLang="en-US"/>
              <a:t>	</a:t>
            </a:r>
            <a:r>
              <a:rPr lang="en-US" altLang="en-US">
                <a:solidFill>
                  <a:srgbClr val="0000FF"/>
                </a:solidFill>
              </a:rPr>
              <a:t>#if !defined(TEST)  </a:t>
            </a:r>
            <a:r>
              <a:rPr lang="en-US" altLang="en-US"/>
              <a:t>// note</a:t>
            </a:r>
            <a:r>
              <a:rPr lang="en-US" altLang="en-US">
                <a:solidFill>
                  <a:srgbClr val="0000FF"/>
                </a:solidFill>
              </a:rPr>
              <a:t> !</a:t>
            </a:r>
          </a:p>
          <a:p>
            <a:pPr lvl="1">
              <a:buFontTx/>
              <a:buNone/>
            </a:pPr>
            <a:r>
              <a:rPr lang="en-US" altLang="en-US"/>
              <a:t>	#error SORRY</a:t>
            </a:r>
          </a:p>
          <a:p>
            <a:pPr lvl="1">
              <a:buFontTx/>
              <a:buNone/>
            </a:pPr>
            <a:r>
              <a:rPr lang="en-US" altLang="en-US"/>
              <a:t>	#endif</a:t>
            </a:r>
          </a:p>
          <a:p>
            <a:pPr lvl="1">
              <a:buFontTx/>
              <a:buNone/>
            </a:pPr>
            <a:r>
              <a:rPr lang="en-US" altLang="en-US"/>
              <a:t>	printf("HELLO");</a:t>
            </a:r>
          </a:p>
          <a:p>
            <a:pPr lvl="1">
              <a:buFontTx/>
              <a:buNone/>
            </a:pPr>
            <a:r>
              <a:rPr lang="en-US" altLang="en-US"/>
              <a:t>}</a:t>
            </a:r>
          </a:p>
          <a:p>
            <a:pPr lvl="1">
              <a:buFontTx/>
              <a:buNone/>
            </a:pPr>
            <a:r>
              <a:rPr lang="en-US" altLang="en-US"/>
              <a:t>Output: HELLO</a:t>
            </a:r>
          </a:p>
          <a:p>
            <a:pPr lvl="1">
              <a:buFontTx/>
              <a:buNone/>
            </a:pPr>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FB1EF8-C901-7101-CDA9-84B50487978E}"/>
              </a:ext>
            </a:extLst>
          </p:cNvPr>
          <p:cNvSpPr>
            <a:spLocks noGrp="1"/>
          </p:cNvSpPr>
          <p:nvPr>
            <p:ph type="sldNum" sz="quarter" idx="12"/>
          </p:nvPr>
        </p:nvSpPr>
        <p:spPr/>
        <p:txBody>
          <a:bodyPr/>
          <a:lstStyle/>
          <a:p>
            <a:fld id="{0629D8BA-0B01-449B-BC4E-E2FE1EB4F221}" type="slidenum">
              <a:rPr lang="en-US" altLang="en-US"/>
              <a:pPr/>
              <a:t>41</a:t>
            </a:fld>
            <a:endParaRPr lang="en-US" altLang="en-US"/>
          </a:p>
        </p:txBody>
      </p:sp>
      <p:sp>
        <p:nvSpPr>
          <p:cNvPr id="68612" name="Rectangle 4">
            <a:extLst>
              <a:ext uri="{FF2B5EF4-FFF2-40B4-BE49-F238E27FC236}">
                <a16:creationId xmlns:a16="http://schemas.microsoft.com/office/drawing/2014/main" id="{77845E9C-14CB-2178-C15D-0509BD0FDB05}"/>
              </a:ext>
            </a:extLst>
          </p:cNvPr>
          <p:cNvSpPr>
            <a:spLocks noChangeArrowheads="1"/>
          </p:cNvSpPr>
          <p:nvPr/>
        </p:nvSpPr>
        <p:spPr bwMode="auto">
          <a:xfrm>
            <a:off x="381000" y="304800"/>
            <a:ext cx="8458200" cy="5745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a:buFontTx/>
              <a:buNone/>
            </a:pPr>
            <a:r>
              <a:rPr lang="en-US" altLang="en-US"/>
              <a:t>#define TEST printf("defined")</a:t>
            </a:r>
          </a:p>
          <a:p>
            <a:pPr lvl="1">
              <a:buFontTx/>
              <a:buNone/>
            </a:pPr>
            <a:r>
              <a:rPr lang="en-US" altLang="en-US"/>
              <a:t>main()</a:t>
            </a:r>
          </a:p>
          <a:p>
            <a:pPr lvl="1">
              <a:buFontTx/>
              <a:buNone/>
            </a:pPr>
            <a:r>
              <a:rPr lang="en-US" altLang="en-US"/>
              <a:t>{</a:t>
            </a:r>
          </a:p>
          <a:p>
            <a:pPr lvl="1">
              <a:buFontTx/>
              <a:buNone/>
            </a:pPr>
            <a:r>
              <a:rPr lang="en-US" altLang="en-US">
                <a:solidFill>
                  <a:srgbClr val="0000FF"/>
                </a:solidFill>
              </a:rPr>
              <a:t>	#if defined(TEST)</a:t>
            </a:r>
          </a:p>
          <a:p>
            <a:pPr lvl="1">
              <a:buFontTx/>
              <a:buNone/>
            </a:pPr>
            <a:r>
              <a:rPr lang="en-US" altLang="en-US"/>
              <a:t>	#error SORRY</a:t>
            </a:r>
          </a:p>
          <a:p>
            <a:pPr lvl="1">
              <a:buFontTx/>
              <a:buNone/>
            </a:pPr>
            <a:r>
              <a:rPr lang="en-US" altLang="en-US"/>
              <a:t>	#endif</a:t>
            </a:r>
          </a:p>
          <a:p>
            <a:pPr lvl="1">
              <a:buFontTx/>
              <a:buNone/>
            </a:pPr>
            <a:r>
              <a:rPr lang="en-US" altLang="en-US"/>
              <a:t>	printf("HELLO");</a:t>
            </a:r>
          </a:p>
          <a:p>
            <a:pPr lvl="1">
              <a:buFontTx/>
              <a:buNone/>
            </a:pPr>
            <a:r>
              <a:rPr lang="en-US" altLang="en-US"/>
              <a:t>}</a:t>
            </a:r>
          </a:p>
          <a:p>
            <a:pPr lvl="1">
              <a:buFontTx/>
              <a:buNone/>
            </a:pPr>
            <a:r>
              <a:rPr lang="en-US" altLang="en-US"/>
              <a:t>Output:</a:t>
            </a:r>
          </a:p>
          <a:p>
            <a:pPr lvl="1"/>
            <a:r>
              <a:rPr lang="en-US" altLang="en-US"/>
              <a:t>fatal error C1189: #error :  SORRY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7BB989B-45C7-7638-59D7-15F8C8C64ED8}"/>
              </a:ext>
            </a:extLst>
          </p:cNvPr>
          <p:cNvSpPr>
            <a:spLocks noGrp="1"/>
          </p:cNvSpPr>
          <p:nvPr>
            <p:ph type="sldNum" sz="quarter" idx="12"/>
          </p:nvPr>
        </p:nvSpPr>
        <p:spPr/>
        <p:txBody>
          <a:bodyPr/>
          <a:lstStyle/>
          <a:p>
            <a:fld id="{83FEB940-4AA2-4B30-8EAA-3C851F207B33}" type="slidenum">
              <a:rPr lang="en-US" altLang="en-US"/>
              <a:pPr/>
              <a:t>42</a:t>
            </a:fld>
            <a:endParaRPr lang="en-US" altLang="en-US"/>
          </a:p>
        </p:txBody>
      </p:sp>
      <p:sp>
        <p:nvSpPr>
          <p:cNvPr id="62467" name="Rectangle 3">
            <a:extLst>
              <a:ext uri="{FF2B5EF4-FFF2-40B4-BE49-F238E27FC236}">
                <a16:creationId xmlns:a16="http://schemas.microsoft.com/office/drawing/2014/main" id="{B556F7B1-384B-31F0-55EE-7CB2EEA2456A}"/>
              </a:ext>
            </a:extLst>
          </p:cNvPr>
          <p:cNvSpPr>
            <a:spLocks noGrp="1" noChangeArrowheads="1"/>
          </p:cNvSpPr>
          <p:nvPr>
            <p:ph type="body" idx="1"/>
          </p:nvPr>
        </p:nvSpPr>
        <p:spPr>
          <a:xfrm>
            <a:off x="457200" y="304800"/>
            <a:ext cx="8229600" cy="6096000"/>
          </a:xfrm>
        </p:spPr>
        <p:txBody>
          <a:bodyPr/>
          <a:lstStyle/>
          <a:p>
            <a:pPr algn="just"/>
            <a:r>
              <a:rPr lang="en-US" altLang="en-US"/>
              <a:t>Here we have used a special preprocessor operator </a:t>
            </a:r>
            <a:r>
              <a:rPr lang="en-US" altLang="en-US">
                <a:solidFill>
                  <a:srgbClr val="0000FF"/>
                </a:solidFill>
              </a:rPr>
              <a:t>defined</a:t>
            </a:r>
            <a:r>
              <a:rPr lang="en-US" altLang="en-US"/>
              <a:t> along with #if. </a:t>
            </a:r>
          </a:p>
          <a:p>
            <a:pPr algn="just"/>
            <a:r>
              <a:rPr lang="en-US" altLang="en-US">
                <a:solidFill>
                  <a:srgbClr val="0000FF"/>
                </a:solidFill>
              </a:rPr>
              <a:t>defined</a:t>
            </a:r>
            <a:r>
              <a:rPr lang="en-US" altLang="en-US"/>
              <a:t> is a new addition and takes a name surrounded by parentheses.</a:t>
            </a:r>
          </a:p>
          <a:p>
            <a:pPr algn="just"/>
            <a:r>
              <a:rPr lang="en-US" altLang="en-US"/>
              <a:t>If a compiler does not support this, we can replace it as follows:</a:t>
            </a:r>
          </a:p>
          <a:p>
            <a:pPr algn="just"/>
            <a:r>
              <a:rPr lang="en-US" altLang="en-US">
                <a:solidFill>
                  <a:srgbClr val="0000FF"/>
                </a:solidFill>
              </a:rPr>
              <a:t># if !defined by # ifndef</a:t>
            </a:r>
          </a:p>
          <a:p>
            <a:pPr algn="just"/>
            <a:r>
              <a:rPr lang="en-US" altLang="en-US">
                <a:solidFill>
                  <a:srgbClr val="0000FF"/>
                </a:solidFill>
              </a:rPr>
              <a:t># if defined by # ifdef</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C1743C8-CA84-FF06-9D6E-C40034CA7386}"/>
              </a:ext>
            </a:extLst>
          </p:cNvPr>
          <p:cNvSpPr>
            <a:spLocks noGrp="1"/>
          </p:cNvSpPr>
          <p:nvPr>
            <p:ph type="sldNum" sz="quarter" idx="12"/>
          </p:nvPr>
        </p:nvSpPr>
        <p:spPr/>
        <p:txBody>
          <a:bodyPr/>
          <a:lstStyle/>
          <a:p>
            <a:fld id="{764CC58E-E8D3-4FE3-9706-2858FDF618A7}" type="slidenum">
              <a:rPr lang="en-US" altLang="en-US"/>
              <a:pPr/>
              <a:t>43</a:t>
            </a:fld>
            <a:endParaRPr lang="en-US" altLang="en-US"/>
          </a:p>
        </p:txBody>
      </p:sp>
      <p:sp>
        <p:nvSpPr>
          <p:cNvPr id="69634" name="Rectangle 2">
            <a:extLst>
              <a:ext uri="{FF2B5EF4-FFF2-40B4-BE49-F238E27FC236}">
                <a16:creationId xmlns:a16="http://schemas.microsoft.com/office/drawing/2014/main" id="{966CA2EF-AF24-10AC-44DF-6ABB0EDEF080}"/>
              </a:ext>
            </a:extLst>
          </p:cNvPr>
          <p:cNvSpPr>
            <a:spLocks noGrp="1" noChangeArrowheads="1"/>
          </p:cNvSpPr>
          <p:nvPr>
            <p:ph type="title"/>
          </p:nvPr>
        </p:nvSpPr>
        <p:spPr>
          <a:xfrm>
            <a:off x="457200" y="304800"/>
            <a:ext cx="8229600" cy="731838"/>
          </a:xfrm>
        </p:spPr>
        <p:txBody>
          <a:bodyPr/>
          <a:lstStyle/>
          <a:p>
            <a:r>
              <a:rPr lang="en-US" altLang="en-US" sz="4800" b="1">
                <a:solidFill>
                  <a:srgbClr val="0000FF"/>
                </a:solidFill>
              </a:rPr>
              <a:t>Line control (#line)</a:t>
            </a:r>
          </a:p>
        </p:txBody>
      </p:sp>
      <p:sp>
        <p:nvSpPr>
          <p:cNvPr id="69635" name="Rectangle 3">
            <a:extLst>
              <a:ext uri="{FF2B5EF4-FFF2-40B4-BE49-F238E27FC236}">
                <a16:creationId xmlns:a16="http://schemas.microsoft.com/office/drawing/2014/main" id="{511E7D66-41B7-2E3F-54CB-A8A221578381}"/>
              </a:ext>
            </a:extLst>
          </p:cNvPr>
          <p:cNvSpPr>
            <a:spLocks noGrp="1" noChangeArrowheads="1"/>
          </p:cNvSpPr>
          <p:nvPr>
            <p:ph type="body" idx="1"/>
          </p:nvPr>
        </p:nvSpPr>
        <p:spPr>
          <a:xfrm>
            <a:off x="228600" y="1066800"/>
            <a:ext cx="8610600" cy="5334000"/>
          </a:xfrm>
        </p:spPr>
        <p:txBody>
          <a:bodyPr/>
          <a:lstStyle/>
          <a:p>
            <a:pPr algn="just">
              <a:lnSpc>
                <a:spcPct val="80000"/>
              </a:lnSpc>
            </a:pPr>
            <a:r>
              <a:rPr lang="en-US" altLang="en-US" sz="3600"/>
              <a:t>When we compile a program and some error happens during the compiling process, the compiler shows an error message with references to the name of the file where the error happened and a line number, so that it is easier to find the code generating the error.</a:t>
            </a:r>
          </a:p>
          <a:p>
            <a:pPr algn="just">
              <a:lnSpc>
                <a:spcPct val="80000"/>
              </a:lnSpc>
            </a:pPr>
            <a:r>
              <a:rPr lang="en-US" altLang="en-US" sz="3600"/>
              <a:t>The </a:t>
            </a:r>
            <a:r>
              <a:rPr lang="en-US" altLang="en-US" sz="3600">
                <a:solidFill>
                  <a:srgbClr val="0000FF"/>
                </a:solidFill>
              </a:rPr>
              <a:t>#line</a:t>
            </a:r>
            <a:r>
              <a:rPr lang="en-US" altLang="en-US" sz="3600"/>
              <a:t> directive allows us to control both things, the line numbers within the code files as well as the file name that we want that appears when an error takes place.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1F33147-1AE8-30E7-62C6-A545C4D0E425}"/>
              </a:ext>
            </a:extLst>
          </p:cNvPr>
          <p:cNvSpPr>
            <a:spLocks noGrp="1"/>
          </p:cNvSpPr>
          <p:nvPr>
            <p:ph type="sldNum" sz="quarter" idx="12"/>
          </p:nvPr>
        </p:nvSpPr>
        <p:spPr/>
        <p:txBody>
          <a:bodyPr/>
          <a:lstStyle/>
          <a:p>
            <a:fld id="{B65FB085-31EE-4D4D-9F97-753BF897BDBA}" type="slidenum">
              <a:rPr lang="en-US" altLang="en-US"/>
              <a:pPr/>
              <a:t>44</a:t>
            </a:fld>
            <a:endParaRPr lang="en-US" altLang="en-US"/>
          </a:p>
        </p:txBody>
      </p:sp>
      <p:sp>
        <p:nvSpPr>
          <p:cNvPr id="70659" name="Rectangle 3">
            <a:extLst>
              <a:ext uri="{FF2B5EF4-FFF2-40B4-BE49-F238E27FC236}">
                <a16:creationId xmlns:a16="http://schemas.microsoft.com/office/drawing/2014/main" id="{AE16D1FF-C87C-6EA0-39E9-D9D346619418}"/>
              </a:ext>
            </a:extLst>
          </p:cNvPr>
          <p:cNvSpPr>
            <a:spLocks noGrp="1" noChangeArrowheads="1"/>
          </p:cNvSpPr>
          <p:nvPr>
            <p:ph type="body" idx="1"/>
          </p:nvPr>
        </p:nvSpPr>
        <p:spPr>
          <a:xfrm>
            <a:off x="457200" y="685800"/>
            <a:ext cx="8229600" cy="5440363"/>
          </a:xfrm>
        </p:spPr>
        <p:txBody>
          <a:bodyPr/>
          <a:lstStyle/>
          <a:p>
            <a:pPr algn="just">
              <a:lnSpc>
                <a:spcPct val="90000"/>
              </a:lnSpc>
            </a:pPr>
            <a:r>
              <a:rPr lang="en-US" altLang="en-US"/>
              <a:t>Its format is: </a:t>
            </a:r>
          </a:p>
          <a:p>
            <a:pPr algn="just">
              <a:lnSpc>
                <a:spcPct val="90000"/>
              </a:lnSpc>
            </a:pPr>
            <a:r>
              <a:rPr lang="en-US" altLang="en-US" sz="4000" b="1">
                <a:solidFill>
                  <a:srgbClr val="0000FF"/>
                </a:solidFill>
              </a:rPr>
              <a:t>#line number "filename"</a:t>
            </a:r>
          </a:p>
          <a:p>
            <a:pPr algn="just">
              <a:lnSpc>
                <a:spcPct val="90000"/>
              </a:lnSpc>
            </a:pPr>
            <a:r>
              <a:rPr lang="en-US" altLang="en-US"/>
              <a:t>Where </a:t>
            </a:r>
            <a:r>
              <a:rPr lang="en-US" altLang="en-US">
                <a:solidFill>
                  <a:srgbClr val="0000FF"/>
                </a:solidFill>
              </a:rPr>
              <a:t>number</a:t>
            </a:r>
            <a:r>
              <a:rPr lang="en-US" altLang="en-US"/>
              <a:t> is the new line number that will be assigned to the next code line. </a:t>
            </a:r>
          </a:p>
          <a:p>
            <a:pPr algn="just">
              <a:lnSpc>
                <a:spcPct val="90000"/>
              </a:lnSpc>
            </a:pPr>
            <a:r>
              <a:rPr lang="en-US" altLang="en-US"/>
              <a:t>The line numbers of successive lines will be increased one by one from this point on.</a:t>
            </a:r>
          </a:p>
          <a:p>
            <a:pPr algn="just">
              <a:lnSpc>
                <a:spcPct val="90000"/>
              </a:lnSpc>
            </a:pPr>
            <a:r>
              <a:rPr lang="en-US" altLang="en-US"/>
              <a:t>"</a:t>
            </a:r>
            <a:r>
              <a:rPr lang="en-US" altLang="en-US">
                <a:solidFill>
                  <a:srgbClr val="0000FF"/>
                </a:solidFill>
              </a:rPr>
              <a:t>filename</a:t>
            </a:r>
            <a:r>
              <a:rPr lang="en-US" altLang="en-US"/>
              <a:t>" is an optional parameter that allows to redefine the file name that will be shown. </a:t>
            </a:r>
          </a:p>
          <a:p>
            <a:pPr>
              <a:lnSpc>
                <a:spcPct val="90000"/>
              </a:lnSpc>
            </a:pPr>
            <a:endParaRPr lang="en-US" altLang="en-US" sz="2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AAE5B6E-E181-15A7-D948-37CEA633DBC9}"/>
              </a:ext>
            </a:extLst>
          </p:cNvPr>
          <p:cNvSpPr>
            <a:spLocks noGrp="1"/>
          </p:cNvSpPr>
          <p:nvPr>
            <p:ph type="sldNum" sz="quarter" idx="12"/>
          </p:nvPr>
        </p:nvSpPr>
        <p:spPr/>
        <p:txBody>
          <a:bodyPr/>
          <a:lstStyle/>
          <a:p>
            <a:fld id="{239439FC-E645-4F71-A642-9031D42A2597}" type="slidenum">
              <a:rPr lang="en-US" altLang="en-US"/>
              <a:pPr/>
              <a:t>45</a:t>
            </a:fld>
            <a:endParaRPr lang="en-US" altLang="en-US"/>
          </a:p>
        </p:txBody>
      </p:sp>
      <p:sp>
        <p:nvSpPr>
          <p:cNvPr id="71684" name="Rectangle 4">
            <a:extLst>
              <a:ext uri="{FF2B5EF4-FFF2-40B4-BE49-F238E27FC236}">
                <a16:creationId xmlns:a16="http://schemas.microsoft.com/office/drawing/2014/main" id="{49A977E3-C40A-13A5-ADDC-F1415D772462}"/>
              </a:ext>
            </a:extLst>
          </p:cNvPr>
          <p:cNvSpPr>
            <a:spLocks noChangeArrowheads="1"/>
          </p:cNvSpPr>
          <p:nvPr/>
        </p:nvSpPr>
        <p:spPr bwMode="auto">
          <a:xfrm>
            <a:off x="228600" y="36513"/>
            <a:ext cx="8534400" cy="618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#include&lt;stdio.h&gt;</a:t>
            </a:r>
          </a:p>
          <a:p>
            <a:r>
              <a:rPr lang="en-US" altLang="en-US" sz="2800"/>
              <a:t>main()</a:t>
            </a:r>
          </a:p>
          <a:p>
            <a:r>
              <a:rPr lang="en-US" altLang="en-US" sz="2800"/>
              <a:t>{</a:t>
            </a:r>
          </a:p>
          <a:p>
            <a:r>
              <a:rPr lang="en-US" altLang="en-US" sz="2800"/>
              <a:t>	</a:t>
            </a:r>
            <a:r>
              <a:rPr lang="en-US" altLang="en-US" sz="2800">
                <a:solidFill>
                  <a:srgbClr val="0000FF"/>
                </a:solidFill>
              </a:rPr>
              <a:t>#line 300 "my_macro_file.c"</a:t>
            </a:r>
          </a:p>
          <a:p>
            <a:r>
              <a:rPr lang="en-US" altLang="en-US" sz="2800"/>
              <a:t>	a;</a:t>
            </a:r>
          </a:p>
          <a:p>
            <a:r>
              <a:rPr lang="en-US" altLang="en-US" sz="2800"/>
              <a:t>	printf(“Hello”);</a:t>
            </a:r>
          </a:p>
          <a:p>
            <a:r>
              <a:rPr lang="en-US" altLang="en-US" sz="2800"/>
              <a:t>	b;</a:t>
            </a:r>
          </a:p>
          <a:p>
            <a:r>
              <a:rPr lang="en-US" altLang="en-US" sz="2800"/>
              <a:t>}</a:t>
            </a:r>
          </a:p>
          <a:p>
            <a:r>
              <a:rPr lang="en-US" altLang="en-US" sz="3200"/>
              <a:t>Output:</a:t>
            </a:r>
          </a:p>
          <a:p>
            <a:r>
              <a:rPr lang="en-US" altLang="en-US" sz="2400">
                <a:solidFill>
                  <a:srgbClr val="0000FF"/>
                </a:solidFill>
              </a:rPr>
              <a:t>Compiling...</a:t>
            </a:r>
          </a:p>
          <a:p>
            <a:r>
              <a:rPr lang="en-US" altLang="en-US" sz="2400">
                <a:solidFill>
                  <a:srgbClr val="0000FF"/>
                </a:solidFill>
              </a:rPr>
              <a:t>macro.c</a:t>
            </a:r>
          </a:p>
          <a:p>
            <a:r>
              <a:rPr lang="en-US" altLang="en-US" sz="2400">
                <a:solidFill>
                  <a:srgbClr val="0000FF"/>
                </a:solidFill>
              </a:rPr>
              <a:t>my_macro_file.c(300) : error C2065: 'a' : undeclared identifier</a:t>
            </a:r>
          </a:p>
          <a:p>
            <a:r>
              <a:rPr lang="en-US" altLang="en-US" sz="2400">
                <a:solidFill>
                  <a:srgbClr val="0000FF"/>
                </a:solidFill>
              </a:rPr>
              <a:t>my_macro_file.c(302) : error C2065: 'b' : undeclared identifier</a:t>
            </a:r>
          </a:p>
          <a:p>
            <a:r>
              <a:rPr lang="en-US" altLang="en-US" sz="2400">
                <a:solidFill>
                  <a:srgbClr val="0000FF"/>
                </a:solidFill>
              </a:rPr>
              <a:t>Error executing cl.exe.</a:t>
            </a:r>
          </a:p>
          <a:p>
            <a:r>
              <a:rPr lang="en-US" altLang="en-US" sz="2400">
                <a:solidFill>
                  <a:srgbClr val="0000FF"/>
                </a:solidFill>
              </a:rPr>
              <a:t>macro.exe - 2 error(s), 0 warning(s)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E8A1A27-7C3E-C3CD-0633-BF74BE191924}"/>
              </a:ext>
            </a:extLst>
          </p:cNvPr>
          <p:cNvSpPr>
            <a:spLocks noGrp="1"/>
          </p:cNvSpPr>
          <p:nvPr>
            <p:ph type="sldNum" sz="quarter" idx="12"/>
          </p:nvPr>
        </p:nvSpPr>
        <p:spPr/>
        <p:txBody>
          <a:bodyPr/>
          <a:lstStyle/>
          <a:p>
            <a:fld id="{AF53C255-5E86-403A-9D17-F1B62C027CEB}" type="slidenum">
              <a:rPr lang="en-US" altLang="en-US"/>
              <a:pPr/>
              <a:t>46</a:t>
            </a:fld>
            <a:endParaRPr lang="en-US" altLang="en-US"/>
          </a:p>
        </p:txBody>
      </p:sp>
      <p:sp>
        <p:nvSpPr>
          <p:cNvPr id="63490" name="Rectangle 2">
            <a:extLst>
              <a:ext uri="{FF2B5EF4-FFF2-40B4-BE49-F238E27FC236}">
                <a16:creationId xmlns:a16="http://schemas.microsoft.com/office/drawing/2014/main" id="{AACF6DC1-E840-9311-6A04-F9EC284D88A9}"/>
              </a:ext>
            </a:extLst>
          </p:cNvPr>
          <p:cNvSpPr>
            <a:spLocks noGrp="1" noChangeArrowheads="1"/>
          </p:cNvSpPr>
          <p:nvPr>
            <p:ph type="title"/>
          </p:nvPr>
        </p:nvSpPr>
        <p:spPr/>
        <p:txBody>
          <a:bodyPr/>
          <a:lstStyle/>
          <a:p>
            <a:r>
              <a:rPr lang="en-US" altLang="en-US" b="1">
                <a:solidFill>
                  <a:srgbClr val="0000FF"/>
                </a:solidFill>
              </a:rPr>
              <a:t>Stringizing Operator #</a:t>
            </a:r>
          </a:p>
        </p:txBody>
      </p:sp>
      <p:sp>
        <p:nvSpPr>
          <p:cNvPr id="63491" name="Rectangle 3">
            <a:extLst>
              <a:ext uri="{FF2B5EF4-FFF2-40B4-BE49-F238E27FC236}">
                <a16:creationId xmlns:a16="http://schemas.microsoft.com/office/drawing/2014/main" id="{FD51DA2E-2F83-98B3-0032-FC947A3C9601}"/>
              </a:ext>
            </a:extLst>
          </p:cNvPr>
          <p:cNvSpPr>
            <a:spLocks noGrp="1" noChangeArrowheads="1"/>
          </p:cNvSpPr>
          <p:nvPr>
            <p:ph type="body" idx="1"/>
          </p:nvPr>
        </p:nvSpPr>
        <p:spPr>
          <a:xfrm>
            <a:off x="457200" y="1371600"/>
            <a:ext cx="8229600" cy="4953000"/>
          </a:xfrm>
        </p:spPr>
        <p:txBody>
          <a:bodyPr/>
          <a:lstStyle/>
          <a:p>
            <a:pPr algn="just"/>
            <a:r>
              <a:rPr lang="en-US" altLang="en-US"/>
              <a:t>The stringizing operator # allows a formal argument within a macro definition to be converted to a string.</a:t>
            </a:r>
          </a:p>
          <a:p>
            <a:pPr algn="just"/>
            <a:r>
              <a:rPr lang="en-US" altLang="en-US"/>
              <a:t>If the operator # is used before a parameter in the replacement sequence, that parameter is replaced by a string literal (as if it were enclosed between double quotes)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D9F13A-2ACE-3DEA-CE3A-6E0884AAEDB9}"/>
              </a:ext>
            </a:extLst>
          </p:cNvPr>
          <p:cNvSpPr>
            <a:spLocks noGrp="1"/>
          </p:cNvSpPr>
          <p:nvPr>
            <p:ph type="sldNum" sz="quarter" idx="12"/>
          </p:nvPr>
        </p:nvSpPr>
        <p:spPr/>
        <p:txBody>
          <a:bodyPr/>
          <a:lstStyle/>
          <a:p>
            <a:fld id="{9D5AE7E1-4E8F-473C-9903-F39C3440337C}" type="slidenum">
              <a:rPr lang="en-US" altLang="en-US"/>
              <a:pPr/>
              <a:t>47</a:t>
            </a:fld>
            <a:endParaRPr lang="en-US" altLang="en-US"/>
          </a:p>
        </p:txBody>
      </p:sp>
      <p:sp>
        <p:nvSpPr>
          <p:cNvPr id="72708" name="Rectangle 4">
            <a:extLst>
              <a:ext uri="{FF2B5EF4-FFF2-40B4-BE49-F238E27FC236}">
                <a16:creationId xmlns:a16="http://schemas.microsoft.com/office/drawing/2014/main" id="{65C6142F-3029-DCE6-0423-AEF79557FA9C}"/>
              </a:ext>
            </a:extLst>
          </p:cNvPr>
          <p:cNvSpPr>
            <a:spLocks noChangeArrowheads="1"/>
          </p:cNvSpPr>
          <p:nvPr/>
        </p:nvSpPr>
        <p:spPr bwMode="auto">
          <a:xfrm>
            <a:off x="609600" y="609600"/>
            <a:ext cx="7696200" cy="607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Example:</a:t>
            </a:r>
          </a:p>
          <a:p>
            <a:pPr lvl="1"/>
            <a:r>
              <a:rPr lang="en-US" altLang="en-US" sz="2800"/>
              <a:t>#include&lt;stdio.h&gt;</a:t>
            </a:r>
          </a:p>
          <a:p>
            <a:pPr lvl="1"/>
            <a:r>
              <a:rPr lang="en-US" altLang="en-US" sz="2800">
                <a:solidFill>
                  <a:srgbClr val="0000FF"/>
                </a:solidFill>
              </a:rPr>
              <a:t>#define str(x) #x</a:t>
            </a:r>
          </a:p>
          <a:p>
            <a:pPr lvl="1"/>
            <a:r>
              <a:rPr lang="en-US" altLang="en-US" sz="2800">
                <a:solidFill>
                  <a:srgbClr val="0000FF"/>
                </a:solidFill>
              </a:rPr>
              <a:t>#define sum(xy) printf(#xy "=%d\n",xy)</a:t>
            </a:r>
          </a:p>
          <a:p>
            <a:pPr lvl="1"/>
            <a:r>
              <a:rPr lang="en-US" altLang="en-US" sz="2800"/>
              <a:t>main()</a:t>
            </a:r>
          </a:p>
          <a:p>
            <a:pPr lvl="1"/>
            <a:r>
              <a:rPr lang="en-US" altLang="en-US" sz="2800"/>
              <a:t>{</a:t>
            </a:r>
          </a:p>
          <a:p>
            <a:pPr lvl="1"/>
            <a:r>
              <a:rPr lang="en-US" altLang="en-US" sz="2800"/>
              <a:t>	printf("Hello</a:t>
            </a:r>
            <a:r>
              <a:rPr lang="en-US" altLang="en-US" sz="2800">
                <a:solidFill>
                  <a:srgbClr val="0000FF"/>
                </a:solidFill>
              </a:rPr>
              <a:t>" "</a:t>
            </a:r>
            <a:r>
              <a:rPr lang="en-US" altLang="en-US" sz="2800"/>
              <a:t>World");</a:t>
            </a:r>
          </a:p>
          <a:p>
            <a:pPr lvl="1"/>
            <a:r>
              <a:rPr lang="en-US" altLang="en-US" sz="2800"/>
              <a:t>	</a:t>
            </a:r>
            <a:r>
              <a:rPr lang="en-US" altLang="en-US" sz="2800">
                <a:solidFill>
                  <a:srgbClr val="0000FF"/>
                </a:solidFill>
              </a:rPr>
              <a:t>printf(str(\nwelcome\n));</a:t>
            </a:r>
          </a:p>
          <a:p>
            <a:pPr lvl="1"/>
            <a:r>
              <a:rPr lang="en-US" altLang="en-US" sz="2800"/>
              <a:t>	sum(3+4);</a:t>
            </a:r>
          </a:p>
          <a:p>
            <a:pPr lvl="1"/>
            <a:r>
              <a:rPr lang="en-US" altLang="en-US" sz="2800"/>
              <a:t>}</a:t>
            </a:r>
          </a:p>
          <a:p>
            <a:pPr lvl="1"/>
            <a:r>
              <a:rPr lang="en-US" altLang="en-US" sz="2800" b="1"/>
              <a:t>Output: </a:t>
            </a:r>
          </a:p>
          <a:p>
            <a:pPr lvl="1"/>
            <a:r>
              <a:rPr lang="en-US" altLang="en-US" sz="2800" b="1"/>
              <a:t>HelloWorld</a:t>
            </a:r>
          </a:p>
          <a:p>
            <a:pPr lvl="1"/>
            <a:r>
              <a:rPr lang="en-US" altLang="en-US" sz="2800" b="1"/>
              <a:t>welcome</a:t>
            </a:r>
          </a:p>
          <a:p>
            <a:pPr lvl="1"/>
            <a:r>
              <a:rPr lang="en-US" altLang="en-US" sz="2800" b="1"/>
              <a:t>3+4=7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7568482-2100-AA7D-C1F3-AF42FC942699}"/>
              </a:ext>
            </a:extLst>
          </p:cNvPr>
          <p:cNvSpPr>
            <a:spLocks noGrp="1"/>
          </p:cNvSpPr>
          <p:nvPr>
            <p:ph type="sldNum" sz="quarter" idx="12"/>
          </p:nvPr>
        </p:nvSpPr>
        <p:spPr/>
        <p:txBody>
          <a:bodyPr/>
          <a:lstStyle/>
          <a:p>
            <a:fld id="{EA18F0F4-A827-42C7-A018-D226C1F557C5}" type="slidenum">
              <a:rPr lang="en-US" altLang="en-US"/>
              <a:pPr/>
              <a:t>48</a:t>
            </a:fld>
            <a:endParaRPr lang="en-US" altLang="en-US"/>
          </a:p>
        </p:txBody>
      </p:sp>
      <p:sp>
        <p:nvSpPr>
          <p:cNvPr id="64515" name="Rectangle 3">
            <a:extLst>
              <a:ext uri="{FF2B5EF4-FFF2-40B4-BE49-F238E27FC236}">
                <a16:creationId xmlns:a16="http://schemas.microsoft.com/office/drawing/2014/main" id="{06EE28D6-4613-0791-AE47-CF41BB926DE5}"/>
              </a:ext>
            </a:extLst>
          </p:cNvPr>
          <p:cNvSpPr>
            <a:spLocks noGrp="1" noChangeArrowheads="1"/>
          </p:cNvSpPr>
          <p:nvPr>
            <p:ph type="body" idx="1"/>
          </p:nvPr>
        </p:nvSpPr>
        <p:spPr>
          <a:xfrm>
            <a:off x="457200" y="533400"/>
            <a:ext cx="8229600" cy="5592763"/>
          </a:xfrm>
        </p:spPr>
        <p:txBody>
          <a:bodyPr/>
          <a:lstStyle/>
          <a:p>
            <a:pPr>
              <a:spcBef>
                <a:spcPct val="0"/>
              </a:spcBef>
            </a:pPr>
            <a:r>
              <a:rPr lang="en-US" altLang="en-US"/>
              <a:t>The preprocessor will convert the line</a:t>
            </a:r>
            <a:r>
              <a:rPr lang="en-US" altLang="en-US">
                <a:solidFill>
                  <a:srgbClr val="0000FF"/>
                </a:solidFill>
              </a:rPr>
              <a:t> printf(str(\nwelcome\n)); </a:t>
            </a:r>
            <a:r>
              <a:rPr lang="en-US" altLang="en-US"/>
              <a:t>into</a:t>
            </a:r>
            <a:r>
              <a:rPr lang="en-US" altLang="en-US">
                <a:solidFill>
                  <a:srgbClr val="0000FF"/>
                </a:solidFill>
              </a:rPr>
              <a:t> printf(</a:t>
            </a:r>
            <a:r>
              <a:rPr lang="en-US" altLang="en-US" b="1">
                <a:solidFill>
                  <a:srgbClr val="FF3300"/>
                </a:solidFill>
              </a:rPr>
              <a:t>“</a:t>
            </a:r>
            <a:r>
              <a:rPr lang="en-US" altLang="en-US">
                <a:solidFill>
                  <a:srgbClr val="0000FF"/>
                </a:solidFill>
              </a:rPr>
              <a:t>\nwelcome\n</a:t>
            </a:r>
            <a:r>
              <a:rPr lang="en-US" altLang="en-US" b="1">
                <a:solidFill>
                  <a:srgbClr val="FF3300"/>
                </a:solidFill>
              </a:rPr>
              <a:t>”</a:t>
            </a:r>
            <a:r>
              <a:rPr lang="en-US" altLang="en-US">
                <a:solidFill>
                  <a:srgbClr val="0000FF"/>
                </a:solidFill>
              </a:rPr>
              <a:t>);</a:t>
            </a:r>
          </a:p>
          <a:p>
            <a:pPr algn="just"/>
            <a:r>
              <a:rPr lang="en-US" altLang="en-US"/>
              <a:t>The preprocessor will convert the line sum(3+4); into</a:t>
            </a:r>
          </a:p>
          <a:p>
            <a:pPr algn="just"/>
            <a:r>
              <a:rPr lang="en-US" altLang="en-US">
                <a:solidFill>
                  <a:srgbClr val="0000FF"/>
                </a:solidFill>
              </a:rPr>
              <a:t>printf(“3+4</a:t>
            </a:r>
            <a:r>
              <a:rPr lang="en-US" altLang="en-US">
                <a:solidFill>
                  <a:srgbClr val="FF3300"/>
                </a:solidFill>
              </a:rPr>
              <a:t>” “</a:t>
            </a:r>
            <a:r>
              <a:rPr lang="en-US" altLang="en-US">
                <a:solidFill>
                  <a:srgbClr val="0000FF"/>
                </a:solidFill>
              </a:rPr>
              <a:t>=%d\n”,3+4);</a:t>
            </a:r>
          </a:p>
          <a:p>
            <a:pPr algn="just"/>
            <a:r>
              <a:rPr lang="en-US" altLang="en-US"/>
              <a:t>Which is equivalent to :</a:t>
            </a:r>
          </a:p>
          <a:p>
            <a:pPr algn="just"/>
            <a:r>
              <a:rPr lang="en-US" altLang="en-US">
                <a:solidFill>
                  <a:srgbClr val="0000FF"/>
                </a:solidFill>
              </a:rPr>
              <a:t>printf(“3+4=%d\n”,3+4);</a:t>
            </a:r>
          </a:p>
          <a:p>
            <a:pPr algn="just"/>
            <a:r>
              <a:rPr lang="en-US" altLang="en-US"/>
              <a:t>Note that the ANSI standard also specifies that adjacent strings will be concatenated.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4028FCE1-1FE2-3FE3-EFD5-23BCFD17BFBD}"/>
              </a:ext>
            </a:extLst>
          </p:cNvPr>
          <p:cNvSpPr>
            <a:spLocks noGrp="1"/>
          </p:cNvSpPr>
          <p:nvPr>
            <p:ph type="sldNum" sz="quarter" idx="12"/>
          </p:nvPr>
        </p:nvSpPr>
        <p:spPr/>
        <p:txBody>
          <a:bodyPr/>
          <a:lstStyle/>
          <a:p>
            <a:fld id="{3A4232FC-4899-43A0-98BA-CC49730DD24E}" type="slidenum">
              <a:rPr lang="en-US" altLang="en-US"/>
              <a:pPr/>
              <a:t>49</a:t>
            </a:fld>
            <a:endParaRPr lang="en-US" altLang="en-US"/>
          </a:p>
        </p:txBody>
      </p:sp>
      <p:sp>
        <p:nvSpPr>
          <p:cNvPr id="65538" name="Rectangle 2">
            <a:extLst>
              <a:ext uri="{FF2B5EF4-FFF2-40B4-BE49-F238E27FC236}">
                <a16:creationId xmlns:a16="http://schemas.microsoft.com/office/drawing/2014/main" id="{976A68A7-D9DE-F416-29E8-AC261F5458F1}"/>
              </a:ext>
            </a:extLst>
          </p:cNvPr>
          <p:cNvSpPr>
            <a:spLocks noGrp="1" noChangeArrowheads="1"/>
          </p:cNvSpPr>
          <p:nvPr>
            <p:ph type="title"/>
          </p:nvPr>
        </p:nvSpPr>
        <p:spPr>
          <a:xfrm>
            <a:off x="457200" y="274638"/>
            <a:ext cx="8229600" cy="792162"/>
          </a:xfrm>
        </p:spPr>
        <p:txBody>
          <a:bodyPr/>
          <a:lstStyle/>
          <a:p>
            <a:r>
              <a:rPr lang="en-US" altLang="en-US" b="1">
                <a:solidFill>
                  <a:srgbClr val="0000FF"/>
                </a:solidFill>
              </a:rPr>
              <a:t>Token pasting operator ##</a:t>
            </a:r>
          </a:p>
        </p:txBody>
      </p:sp>
      <p:sp>
        <p:nvSpPr>
          <p:cNvPr id="65539" name="Rectangle 3">
            <a:extLst>
              <a:ext uri="{FF2B5EF4-FFF2-40B4-BE49-F238E27FC236}">
                <a16:creationId xmlns:a16="http://schemas.microsoft.com/office/drawing/2014/main" id="{DCB6E8AE-9C9C-7ADF-1267-723D55AEEF1D}"/>
              </a:ext>
            </a:extLst>
          </p:cNvPr>
          <p:cNvSpPr>
            <a:spLocks noGrp="1" noChangeArrowheads="1"/>
          </p:cNvSpPr>
          <p:nvPr>
            <p:ph type="body" idx="1"/>
          </p:nvPr>
        </p:nvSpPr>
        <p:spPr>
          <a:xfrm>
            <a:off x="228600" y="1447800"/>
            <a:ext cx="8610600" cy="5105400"/>
          </a:xfrm>
        </p:spPr>
        <p:txBody>
          <a:bodyPr/>
          <a:lstStyle/>
          <a:p>
            <a:pPr algn="just"/>
            <a:r>
              <a:rPr lang="en-US" altLang="en-US" sz="3600"/>
              <a:t>The token pasting operator ## defined by ANSI standard enables us to combine two tokens within a macro definition to form a single token. </a:t>
            </a:r>
          </a:p>
          <a:p>
            <a:pPr algn="just"/>
            <a:r>
              <a:rPr lang="en-US" altLang="en-US" sz="3600"/>
              <a:t>The operator ## concatenates two arguments leaving no blank spaces between them.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53BF29-77E3-8D33-D508-6CAEA50C2541}"/>
              </a:ext>
            </a:extLst>
          </p:cNvPr>
          <p:cNvSpPr>
            <a:spLocks noGrp="1"/>
          </p:cNvSpPr>
          <p:nvPr>
            <p:ph type="sldNum" sz="quarter" idx="12"/>
          </p:nvPr>
        </p:nvSpPr>
        <p:spPr/>
        <p:txBody>
          <a:bodyPr/>
          <a:lstStyle/>
          <a:p>
            <a:fld id="{4A3214E3-79A6-4932-873F-CAA19EAB4640}" type="slidenum">
              <a:rPr lang="en-US" altLang="en-US"/>
              <a:pPr/>
              <a:t>50</a:t>
            </a:fld>
            <a:endParaRPr lang="en-US" altLang="en-US"/>
          </a:p>
        </p:txBody>
      </p:sp>
      <p:sp>
        <p:nvSpPr>
          <p:cNvPr id="73732" name="Rectangle 4">
            <a:extLst>
              <a:ext uri="{FF2B5EF4-FFF2-40B4-BE49-F238E27FC236}">
                <a16:creationId xmlns:a16="http://schemas.microsoft.com/office/drawing/2014/main" id="{6F874439-45A2-183B-12FE-D38B99FB16AD}"/>
              </a:ext>
            </a:extLst>
          </p:cNvPr>
          <p:cNvSpPr>
            <a:spLocks noChangeArrowheads="1"/>
          </p:cNvSpPr>
          <p:nvPr/>
        </p:nvSpPr>
        <p:spPr bwMode="auto">
          <a:xfrm>
            <a:off x="381000" y="304800"/>
            <a:ext cx="8382000" cy="447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r>
              <a:rPr lang="en-US" altLang="en-US" sz="3200">
                <a:solidFill>
                  <a:srgbClr val="0000FF"/>
                </a:solidFill>
              </a:rPr>
              <a:t>//Example:</a:t>
            </a:r>
          </a:p>
          <a:p>
            <a:pPr lvl="1"/>
            <a:endParaRPr lang="en-US" altLang="en-US" sz="3200">
              <a:solidFill>
                <a:srgbClr val="0000FF"/>
              </a:solidFill>
            </a:endParaRPr>
          </a:p>
          <a:p>
            <a:pPr lvl="1"/>
            <a:r>
              <a:rPr lang="en-US" altLang="en-US" sz="3200">
                <a:solidFill>
                  <a:srgbClr val="0000FF"/>
                </a:solidFill>
              </a:rPr>
              <a:t>#define combine(s1,s2) s1##s2</a:t>
            </a:r>
          </a:p>
          <a:p>
            <a:pPr lvl="1"/>
            <a:r>
              <a:rPr lang="en-US" altLang="en-US" sz="3200"/>
              <a:t>main()</a:t>
            </a:r>
          </a:p>
          <a:p>
            <a:pPr lvl="1"/>
            <a:r>
              <a:rPr lang="en-US" altLang="en-US" sz="3200"/>
              <a:t>{	</a:t>
            </a:r>
          </a:p>
          <a:p>
            <a:pPr lvl="1"/>
            <a:r>
              <a:rPr lang="en-US" altLang="en-US" sz="3200"/>
              <a:t>     </a:t>
            </a:r>
            <a:r>
              <a:rPr lang="en-US" altLang="en-US" sz="3200">
                <a:solidFill>
                  <a:srgbClr val="0000FF"/>
                </a:solidFill>
              </a:rPr>
              <a:t>printf("%d\n",combine(3,4));</a:t>
            </a:r>
          </a:p>
          <a:p>
            <a:pPr lvl="1"/>
            <a:r>
              <a:rPr lang="en-US" altLang="en-US" sz="3200"/>
              <a:t>	</a:t>
            </a:r>
          </a:p>
          <a:p>
            <a:pPr lvl="1"/>
            <a:r>
              <a:rPr lang="en-US" altLang="en-US" sz="3200"/>
              <a:t>} 							</a:t>
            </a:r>
          </a:p>
          <a:p>
            <a:pPr lvl="1"/>
            <a:r>
              <a:rPr lang="en-US" altLang="en-US" sz="3200"/>
              <a:t>output : 34</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D2633B0-D908-1732-504B-62C17DDAD251}"/>
              </a:ext>
            </a:extLst>
          </p:cNvPr>
          <p:cNvSpPr>
            <a:spLocks noGrp="1"/>
          </p:cNvSpPr>
          <p:nvPr>
            <p:ph type="sldNum" sz="quarter" idx="12"/>
          </p:nvPr>
        </p:nvSpPr>
        <p:spPr/>
        <p:txBody>
          <a:bodyPr/>
          <a:lstStyle/>
          <a:p>
            <a:fld id="{BBA2D3C2-0EE9-44A6-88F0-96115DBF2BA8}" type="slidenum">
              <a:rPr lang="en-US" altLang="en-US"/>
              <a:pPr/>
              <a:t>51</a:t>
            </a:fld>
            <a:endParaRPr lang="en-US" altLang="en-US"/>
          </a:p>
        </p:txBody>
      </p:sp>
      <p:sp>
        <p:nvSpPr>
          <p:cNvPr id="66562" name="Rectangle 2">
            <a:extLst>
              <a:ext uri="{FF2B5EF4-FFF2-40B4-BE49-F238E27FC236}">
                <a16:creationId xmlns:a16="http://schemas.microsoft.com/office/drawing/2014/main" id="{89F22A00-3E09-82D8-6F22-664FF17C538F}"/>
              </a:ext>
            </a:extLst>
          </p:cNvPr>
          <p:cNvSpPr>
            <a:spLocks noGrp="1" noChangeArrowheads="1"/>
          </p:cNvSpPr>
          <p:nvPr>
            <p:ph type="title"/>
          </p:nvPr>
        </p:nvSpPr>
        <p:spPr/>
        <p:txBody>
          <a:bodyPr/>
          <a:lstStyle/>
          <a:p>
            <a:r>
              <a:rPr lang="en-US" altLang="en-US" b="1">
                <a:solidFill>
                  <a:srgbClr val="0000FF"/>
                </a:solidFill>
              </a:rPr>
              <a:t>#pragma Directive</a:t>
            </a:r>
          </a:p>
        </p:txBody>
      </p:sp>
      <p:sp>
        <p:nvSpPr>
          <p:cNvPr id="66563" name="Rectangle 3">
            <a:extLst>
              <a:ext uri="{FF2B5EF4-FFF2-40B4-BE49-F238E27FC236}">
                <a16:creationId xmlns:a16="http://schemas.microsoft.com/office/drawing/2014/main" id="{4EFEDEA1-82A8-DBA2-EEDB-D67377953C23}"/>
              </a:ext>
            </a:extLst>
          </p:cNvPr>
          <p:cNvSpPr>
            <a:spLocks noGrp="1" noChangeArrowheads="1"/>
          </p:cNvSpPr>
          <p:nvPr>
            <p:ph type="body" idx="1"/>
          </p:nvPr>
        </p:nvSpPr>
        <p:spPr>
          <a:xfrm>
            <a:off x="457200" y="1295400"/>
            <a:ext cx="8382000" cy="5257800"/>
          </a:xfrm>
        </p:spPr>
        <p:txBody>
          <a:bodyPr/>
          <a:lstStyle/>
          <a:p>
            <a:pPr algn="just"/>
            <a:r>
              <a:rPr lang="en-US" altLang="en-US" sz="2800"/>
              <a:t>This directive is used to specify diverse options to the compiler. </a:t>
            </a:r>
          </a:p>
          <a:p>
            <a:pPr algn="just"/>
            <a:r>
              <a:rPr lang="en-US" altLang="en-US" sz="2800"/>
              <a:t>These options are specific for the platform and the compiler you use. </a:t>
            </a:r>
          </a:p>
          <a:p>
            <a:pPr algn="just"/>
            <a:r>
              <a:rPr lang="en-US" altLang="en-US" sz="2800"/>
              <a:t>It takes the following form:</a:t>
            </a:r>
          </a:p>
          <a:p>
            <a:pPr algn="just"/>
            <a:r>
              <a:rPr lang="en-US" altLang="en-US" sz="2800">
                <a:solidFill>
                  <a:srgbClr val="0000FF"/>
                </a:solidFill>
              </a:rPr>
              <a:t>#pragma </a:t>
            </a:r>
            <a:r>
              <a:rPr lang="en-US" altLang="en-US" sz="2800" i="1">
                <a:solidFill>
                  <a:srgbClr val="0000FF"/>
                </a:solidFill>
              </a:rPr>
              <a:t>name</a:t>
            </a:r>
          </a:p>
          <a:p>
            <a:pPr algn="just"/>
            <a:r>
              <a:rPr lang="en-US" altLang="en-US" sz="2800"/>
              <a:t>Where </a:t>
            </a:r>
            <a:r>
              <a:rPr lang="en-US" altLang="en-US" sz="2800" i="1">
                <a:solidFill>
                  <a:srgbClr val="0000FF"/>
                </a:solidFill>
              </a:rPr>
              <a:t>name</a:t>
            </a:r>
            <a:r>
              <a:rPr lang="en-US" altLang="en-US" sz="2800"/>
              <a:t> is the name of the pragma we want.</a:t>
            </a:r>
          </a:p>
          <a:p>
            <a:pPr algn="just"/>
            <a:r>
              <a:rPr lang="en-US" altLang="en-US" sz="2800">
                <a:solidFill>
                  <a:srgbClr val="0000FF"/>
                </a:solidFill>
              </a:rPr>
              <a:t>If the compiler does not support a specific argument for #pragma, it is ignored - no error is generated.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9BB3097-78DE-F84F-A765-7D78BA1EFCC3}"/>
              </a:ext>
            </a:extLst>
          </p:cNvPr>
          <p:cNvSpPr>
            <a:spLocks noGrp="1"/>
          </p:cNvSpPr>
          <p:nvPr>
            <p:ph type="sldNum" sz="quarter" idx="12"/>
          </p:nvPr>
        </p:nvSpPr>
        <p:spPr/>
        <p:txBody>
          <a:bodyPr/>
          <a:lstStyle/>
          <a:p>
            <a:fld id="{1DE7C19E-4E6E-4EDA-9F49-5B98D462CA8F}" type="slidenum">
              <a:rPr lang="en-US" altLang="en-US"/>
              <a:pPr/>
              <a:t>52</a:t>
            </a:fld>
            <a:endParaRPr lang="en-US" altLang="en-US"/>
          </a:p>
        </p:txBody>
      </p:sp>
      <p:sp>
        <p:nvSpPr>
          <p:cNvPr id="77826" name="Rectangle 2">
            <a:extLst>
              <a:ext uri="{FF2B5EF4-FFF2-40B4-BE49-F238E27FC236}">
                <a16:creationId xmlns:a16="http://schemas.microsoft.com/office/drawing/2014/main" id="{70DF5709-8238-EFC2-AFB6-578D0A040AE0}"/>
              </a:ext>
            </a:extLst>
          </p:cNvPr>
          <p:cNvSpPr>
            <a:spLocks noGrp="1" noChangeArrowheads="1"/>
          </p:cNvSpPr>
          <p:nvPr>
            <p:ph type="body" idx="1"/>
          </p:nvPr>
        </p:nvSpPr>
        <p:spPr>
          <a:xfrm>
            <a:off x="457200" y="381000"/>
            <a:ext cx="8229600" cy="5745163"/>
          </a:xfrm>
        </p:spPr>
        <p:txBody>
          <a:bodyPr/>
          <a:lstStyle/>
          <a:p>
            <a:pPr algn="just">
              <a:lnSpc>
                <a:spcPct val="90000"/>
              </a:lnSpc>
            </a:pPr>
            <a:r>
              <a:rPr lang="en-US" altLang="en-US" sz="3600" b="1">
                <a:solidFill>
                  <a:srgbClr val="0000FF"/>
                </a:solidFill>
              </a:rPr>
              <a:t>#pragma startup function_name</a:t>
            </a:r>
            <a:r>
              <a:rPr lang="en-US" altLang="en-US"/>
              <a:t> is a pragma defined in TurboC which allows the program to specify function that should be </a:t>
            </a:r>
            <a:r>
              <a:rPr lang="en-US" altLang="en-US">
                <a:solidFill>
                  <a:srgbClr val="0000FF"/>
                </a:solidFill>
              </a:rPr>
              <a:t>called upon program startup--before main() is called.</a:t>
            </a:r>
          </a:p>
          <a:p>
            <a:pPr algn="just">
              <a:lnSpc>
                <a:spcPct val="90000"/>
              </a:lnSpc>
            </a:pPr>
            <a:r>
              <a:rPr lang="en-US" altLang="en-US"/>
              <a:t>function_name must be a previously declared function that takes no arguments and returns void. It should be declared as</a:t>
            </a:r>
          </a:p>
          <a:p>
            <a:pPr algn="just">
              <a:lnSpc>
                <a:spcPct val="90000"/>
              </a:lnSpc>
            </a:pPr>
            <a:r>
              <a:rPr lang="en-US" altLang="en-US"/>
              <a:t>void func(void);</a:t>
            </a:r>
          </a:p>
          <a:p>
            <a:pPr algn="just">
              <a:lnSpc>
                <a:spcPct val="90000"/>
              </a:lnSpc>
            </a:pPr>
            <a:r>
              <a:rPr lang="en-US" altLang="en-US"/>
              <a:t>The function name must be defined before the pragma line is reached.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BEB8D27-8A15-960D-F1B9-B4EA4FD63FDD}"/>
              </a:ext>
            </a:extLst>
          </p:cNvPr>
          <p:cNvSpPr>
            <a:spLocks noGrp="1"/>
          </p:cNvSpPr>
          <p:nvPr>
            <p:ph type="sldNum" sz="quarter" idx="12"/>
          </p:nvPr>
        </p:nvSpPr>
        <p:spPr/>
        <p:txBody>
          <a:bodyPr/>
          <a:lstStyle/>
          <a:p>
            <a:fld id="{160D0CA5-E3BB-4806-AE37-8E03163DB1B1}" type="slidenum">
              <a:rPr lang="en-US" altLang="en-US"/>
              <a:pPr/>
              <a:t>53</a:t>
            </a:fld>
            <a:endParaRPr lang="en-US" altLang="en-US"/>
          </a:p>
        </p:txBody>
      </p:sp>
      <p:sp>
        <p:nvSpPr>
          <p:cNvPr id="75780" name="Rectangle 4">
            <a:extLst>
              <a:ext uri="{FF2B5EF4-FFF2-40B4-BE49-F238E27FC236}">
                <a16:creationId xmlns:a16="http://schemas.microsoft.com/office/drawing/2014/main" id="{507CF3D4-0D86-1C27-664F-1D91FDEA9348}"/>
              </a:ext>
            </a:extLst>
          </p:cNvPr>
          <p:cNvSpPr>
            <a:spLocks noChangeArrowheads="1"/>
          </p:cNvSpPr>
          <p:nvPr/>
        </p:nvSpPr>
        <p:spPr bwMode="auto">
          <a:xfrm>
            <a:off x="152400" y="207963"/>
            <a:ext cx="4495800" cy="5226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#include&lt;stdio.h&gt;</a:t>
            </a:r>
          </a:p>
          <a:p>
            <a:r>
              <a:rPr lang="en-US" altLang="en-US" sz="2800"/>
              <a:t>void fun(void);</a:t>
            </a:r>
          </a:p>
          <a:p>
            <a:r>
              <a:rPr lang="en-US" altLang="en-US" sz="2800"/>
              <a:t>void main()</a:t>
            </a:r>
          </a:p>
          <a:p>
            <a:r>
              <a:rPr lang="en-US" altLang="en-US" sz="2800"/>
              <a:t>{</a:t>
            </a:r>
          </a:p>
          <a:p>
            <a:r>
              <a:rPr lang="en-US" altLang="en-US" sz="2800"/>
              <a:t>	printf("\nIn main\n");</a:t>
            </a:r>
          </a:p>
          <a:p>
            <a:r>
              <a:rPr lang="en-US" altLang="en-US" sz="2800"/>
              <a:t>	getch();</a:t>
            </a:r>
          </a:p>
          <a:p>
            <a:r>
              <a:rPr lang="en-US" altLang="en-US" sz="2800"/>
              <a:t>}</a:t>
            </a:r>
          </a:p>
          <a:p>
            <a:r>
              <a:rPr lang="en-US" altLang="en-US" sz="2800"/>
              <a:t>void fun(void)</a:t>
            </a:r>
          </a:p>
          <a:p>
            <a:r>
              <a:rPr lang="en-US" altLang="en-US" sz="2800"/>
              <a:t>{</a:t>
            </a:r>
          </a:p>
          <a:p>
            <a:r>
              <a:rPr lang="en-US" altLang="en-US" sz="2800"/>
              <a:t>	printf("\n In fun");</a:t>
            </a:r>
          </a:p>
          <a:p>
            <a:r>
              <a:rPr lang="en-US" altLang="en-US" sz="2800"/>
              <a:t>}</a:t>
            </a:r>
          </a:p>
          <a:p>
            <a:r>
              <a:rPr lang="en-US" altLang="en-US" sz="2800">
                <a:solidFill>
                  <a:srgbClr val="0000FF"/>
                </a:solidFill>
              </a:rPr>
              <a:t>#pragma startup fun</a:t>
            </a:r>
            <a:endParaRPr lang="en-US" altLang="en-US" sz="2800"/>
          </a:p>
        </p:txBody>
      </p:sp>
      <p:sp>
        <p:nvSpPr>
          <p:cNvPr id="75781" name="Rectangle 5">
            <a:extLst>
              <a:ext uri="{FF2B5EF4-FFF2-40B4-BE49-F238E27FC236}">
                <a16:creationId xmlns:a16="http://schemas.microsoft.com/office/drawing/2014/main" id="{EAF065EC-33C4-7C12-3E92-FF6B2222F339}"/>
              </a:ext>
            </a:extLst>
          </p:cNvPr>
          <p:cNvSpPr>
            <a:spLocks noChangeArrowheads="1"/>
          </p:cNvSpPr>
          <p:nvPr/>
        </p:nvSpPr>
        <p:spPr bwMode="auto">
          <a:xfrm>
            <a:off x="1905000" y="5484813"/>
            <a:ext cx="18288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u="sng"/>
              <a:t>Output:</a:t>
            </a:r>
          </a:p>
          <a:p>
            <a:r>
              <a:rPr lang="en-US" altLang="en-US" sz="2800"/>
              <a:t>In fun</a:t>
            </a:r>
          </a:p>
          <a:p>
            <a:r>
              <a:rPr lang="en-US" altLang="en-US" sz="2800"/>
              <a:t>In main</a:t>
            </a:r>
          </a:p>
        </p:txBody>
      </p:sp>
      <p:sp>
        <p:nvSpPr>
          <p:cNvPr id="75782" name="Rectangle 6">
            <a:extLst>
              <a:ext uri="{FF2B5EF4-FFF2-40B4-BE49-F238E27FC236}">
                <a16:creationId xmlns:a16="http://schemas.microsoft.com/office/drawing/2014/main" id="{B22FC543-5064-F39E-3CF4-ABDF515CCEFC}"/>
              </a:ext>
            </a:extLst>
          </p:cNvPr>
          <p:cNvSpPr>
            <a:spLocks noChangeArrowheads="1"/>
          </p:cNvSpPr>
          <p:nvPr/>
        </p:nvSpPr>
        <p:spPr bwMode="auto">
          <a:xfrm>
            <a:off x="4648200" y="201613"/>
            <a:ext cx="4267200" cy="6507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#include&lt;stdio.h&gt;</a:t>
            </a:r>
          </a:p>
          <a:p>
            <a:r>
              <a:rPr lang="en-US" altLang="en-US" sz="2800">
                <a:solidFill>
                  <a:srgbClr val="0000FF"/>
                </a:solidFill>
              </a:rPr>
              <a:t>void fun(void); </a:t>
            </a:r>
          </a:p>
          <a:p>
            <a:r>
              <a:rPr lang="en-US" altLang="en-US" sz="2800"/>
              <a:t>void main()</a:t>
            </a:r>
          </a:p>
          <a:p>
            <a:r>
              <a:rPr lang="en-US" altLang="en-US" sz="2800"/>
              <a:t>{</a:t>
            </a:r>
          </a:p>
          <a:p>
            <a:r>
              <a:rPr lang="en-US" altLang="en-US" sz="2800"/>
              <a:t>	printf("\nIn main\n");</a:t>
            </a:r>
          </a:p>
          <a:p>
            <a:r>
              <a:rPr lang="en-US" altLang="en-US" sz="2800"/>
              <a:t>	getch();</a:t>
            </a:r>
          </a:p>
          <a:p>
            <a:r>
              <a:rPr lang="en-US" altLang="en-US" sz="2800"/>
              <a:t>}</a:t>
            </a:r>
          </a:p>
          <a:p>
            <a:r>
              <a:rPr lang="en-US" altLang="en-US" sz="2800">
                <a:solidFill>
                  <a:srgbClr val="0000FF"/>
                </a:solidFill>
              </a:rPr>
              <a:t>#pragma startup fun</a:t>
            </a:r>
            <a:endParaRPr lang="en-US" altLang="en-US" sz="2800"/>
          </a:p>
          <a:p>
            <a:r>
              <a:rPr lang="en-US" altLang="en-US" sz="2800"/>
              <a:t>void fun(void)</a:t>
            </a:r>
          </a:p>
          <a:p>
            <a:r>
              <a:rPr lang="en-US" altLang="en-US" sz="2800"/>
              <a:t>{</a:t>
            </a:r>
          </a:p>
          <a:p>
            <a:r>
              <a:rPr lang="en-US" altLang="en-US" sz="2800"/>
              <a:t>	printf("\n In fun");</a:t>
            </a:r>
          </a:p>
          <a:p>
            <a:r>
              <a:rPr lang="en-US" altLang="en-US" sz="2800"/>
              <a:t>}</a:t>
            </a:r>
          </a:p>
          <a:p>
            <a:r>
              <a:rPr lang="en-US" altLang="en-US" sz="2800">
                <a:solidFill>
                  <a:srgbClr val="0000FF"/>
                </a:solidFill>
              </a:rPr>
              <a:t>Function prototype is must for the execution of this program</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1137</TotalTime>
  <Words>3572</Words>
  <Application>Microsoft Office PowerPoint</Application>
  <PresentationFormat>On-screen Show (4:3)</PresentationFormat>
  <Paragraphs>519</Paragraphs>
  <Slides>53</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53</vt:i4>
      </vt:variant>
    </vt:vector>
  </HeadingPairs>
  <TitlesOfParts>
    <vt:vector size="55" baseType="lpstr">
      <vt:lpstr>Arial</vt:lpstr>
      <vt:lpstr>Default Design</vt:lpstr>
      <vt:lpstr>The C Preprocessor</vt:lpstr>
      <vt:lpstr>PowerPoint Presentation</vt:lpstr>
      <vt:lpstr>PowerPoint Presentation</vt:lpstr>
      <vt:lpstr>PowerPoint Presentation</vt:lpstr>
      <vt:lpstr>Macro Substitution Directives</vt:lpstr>
      <vt:lpstr>Points to Remember</vt:lpstr>
      <vt:lpstr>PowerPoint Presentation</vt:lpstr>
      <vt:lpstr>PowerPoint Presentation</vt:lpstr>
      <vt:lpstr>PowerPoint Presentation</vt:lpstr>
      <vt:lpstr>Macros with Arguments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MACROS VS FUNCTIONS</vt:lpstr>
      <vt:lpstr>PowerPoint Presentation</vt:lpstr>
      <vt:lpstr>File Inclusion</vt:lpstr>
      <vt:lpstr>PowerPoint Presentation</vt:lpstr>
      <vt:lpstr>PowerPoint Presentation</vt:lpstr>
      <vt:lpstr>PowerPoint Presentation</vt:lpstr>
      <vt:lpstr>Assignment</vt:lpstr>
      <vt:lpstr>Compiler Control Directives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#if and #elif Directives</vt:lpstr>
      <vt:lpstr>PowerPoint Presentation</vt:lpstr>
      <vt:lpstr>PowerPoint Presentation</vt:lpstr>
      <vt:lpstr>#error Directive</vt:lpstr>
      <vt:lpstr>PowerPoint Presentation</vt:lpstr>
      <vt:lpstr>PowerPoint Presentation</vt:lpstr>
      <vt:lpstr>PowerPoint Presentation</vt:lpstr>
      <vt:lpstr>Line control (#line)</vt:lpstr>
      <vt:lpstr>PowerPoint Presentation</vt:lpstr>
      <vt:lpstr>PowerPoint Presentation</vt:lpstr>
      <vt:lpstr>Stringizing Operator #</vt:lpstr>
      <vt:lpstr>PowerPoint Presentation</vt:lpstr>
      <vt:lpstr>PowerPoint Presentation</vt:lpstr>
      <vt:lpstr>Token pasting operator ##</vt:lpstr>
      <vt:lpstr>PowerPoint Presentation</vt:lpstr>
      <vt:lpstr>#pragma Directive</vt:lpstr>
      <vt:lpstr>PowerPoint Presentation</vt:lpstr>
      <vt:lpstr>PowerPoint Presentation</vt:lpstr>
    </vt:vector>
  </TitlesOfParts>
  <Company>IISE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typedef</dc:title>
  <dc:creator>NVN</dc:creator>
  <cp:lastModifiedBy>Naveen</cp:lastModifiedBy>
  <cp:revision>241</cp:revision>
  <dcterms:created xsi:type="dcterms:W3CDTF">2003-11-30T14:52:09Z</dcterms:created>
  <dcterms:modified xsi:type="dcterms:W3CDTF">2025-12-09T06:15:58Z</dcterms:modified>
</cp:coreProperties>
</file>