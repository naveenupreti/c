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253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0380043-2282-4909-8566-1E09EB18A4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973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E6D2C-D670-46BA-BF07-43FCAF8885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2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9F6BE-9C46-456E-86D3-A021D33A21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5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C002A1-EBEB-4559-91EB-6D5B38D633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2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324E5-4022-4D11-8A09-AE1BD0E5A6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8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5F9E7-3869-433F-8CF8-2AF47A4772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5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53F74D-C607-46C0-B37F-7ED0DB7B3A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5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24A82F-0E9B-4237-901A-A7EA580F19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4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1840C-FD7A-4800-8739-BDDB21CF42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0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031B0-782F-433C-91A0-2F45F7FC937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1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0115E6-EBC6-4BC7-99B6-7AC8F0A948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7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410A7-2024-4430-933D-B2723D3A49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7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DFCFD4-E119-4B49-942A-CCFD70138F1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just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63BE-DBBD-4662-8866-8A359B799F90}" type="slidenum">
              <a:rPr lang="en-US"/>
              <a:pPr/>
              <a:t>1</a:t>
            </a:fld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229600" cy="5486400"/>
          </a:xfrm>
        </p:spPr>
        <p:txBody>
          <a:bodyPr/>
          <a:lstStyle/>
          <a:p>
            <a:r>
              <a:rPr lang="en-US" sz="11700" b="1"/>
              <a:t>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BDD0B-DA63-4F6E-B533-37BB7E6823BD}" type="slidenum">
              <a:rPr lang="en-US"/>
              <a:pPr/>
              <a:t>2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Structure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/>
              <a:t>A structure is a derived data type that contains a number of data types grouped together. </a:t>
            </a:r>
          </a:p>
          <a:p>
            <a:r>
              <a:rPr lang="en-US" sz="3600"/>
              <a:t>These data types may or may not be of the same type.</a:t>
            </a:r>
          </a:p>
          <a:p>
            <a:endParaRPr lang="en-US"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B43C-1107-4379-B7C4-F1FC1467D82D}" type="slidenum">
              <a:rPr lang="en-US"/>
              <a:pPr/>
              <a:t>3</a:t>
            </a:fld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52400" y="669925"/>
            <a:ext cx="8915400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/>
              <a:t>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	struct account</a:t>
            </a:r>
          </a:p>
          <a:p>
            <a:r>
              <a:rPr lang="en-US" sz="2000" b="1"/>
              <a:t>	{</a:t>
            </a:r>
          </a:p>
          <a:p>
            <a:r>
              <a:rPr lang="en-US" sz="2000" b="1"/>
              <a:t>		int acc_no;</a:t>
            </a:r>
          </a:p>
          <a:p>
            <a:r>
              <a:rPr lang="en-US" sz="2000" b="1"/>
              <a:t>		char acc_name[20];</a:t>
            </a:r>
          </a:p>
          <a:p>
            <a:r>
              <a:rPr lang="en-US" sz="2000" b="1"/>
              <a:t>		float acc_balance;</a:t>
            </a:r>
          </a:p>
          <a:p>
            <a:r>
              <a:rPr lang="en-US" sz="2000" b="1"/>
              <a:t>	};</a:t>
            </a:r>
          </a:p>
          <a:p>
            <a:r>
              <a:rPr lang="en-US" sz="2000" b="1"/>
              <a:t>	struct account a1,a2;</a:t>
            </a:r>
          </a:p>
          <a:p>
            <a:r>
              <a:rPr lang="en-US" sz="2000" b="1"/>
              <a:t>	printf("\nsize=%d",sizeof(struct account));</a:t>
            </a:r>
          </a:p>
          <a:p>
            <a:r>
              <a:rPr lang="en-US" sz="2000" b="1"/>
              <a:t>	printf("\nEnter account no, Name and Balances:\n");</a:t>
            </a:r>
          </a:p>
          <a:p>
            <a:r>
              <a:rPr lang="en-US" sz="2000" b="1"/>
              <a:t>	scanf("%d %s %f",&amp;a1.acc_no,a1.acc_name,&amp;a1.acc_balance);</a:t>
            </a:r>
          </a:p>
          <a:p>
            <a:r>
              <a:rPr lang="en-US" sz="2000" b="1"/>
              <a:t>	scanf("%d %s %f",&amp;a2.acc_no,a2.acc_name,&amp;a2.acc_balance);</a:t>
            </a:r>
          </a:p>
          <a:p>
            <a:endParaRPr lang="en-US" sz="2000" b="1"/>
          </a:p>
          <a:p>
            <a:r>
              <a:rPr lang="en-US" sz="2000" b="1"/>
              <a:t>	printf("\n%d %s %f",a1.acc_no,a1.acc_name,a1.acc_balance);</a:t>
            </a:r>
          </a:p>
          <a:p>
            <a:r>
              <a:rPr lang="en-US" sz="2000" b="1"/>
              <a:t>	printf("\n%d %s %f",a2.acc_no,a2.acc_name,a2.acc_balance);</a:t>
            </a:r>
          </a:p>
          <a:p>
            <a:r>
              <a:rPr lang="en-US" sz="20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3584-CA5D-4DB3-AAEF-63D915AA9D64}" type="slidenum">
              <a:rPr lang="en-US"/>
              <a:pPr/>
              <a:t>4</a:t>
            </a:fld>
            <a:endParaRPr 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u="sng"/>
              <a:t>OUTPUT</a:t>
            </a:r>
          </a:p>
          <a:p>
            <a:r>
              <a:rPr lang="en-US" sz="2800"/>
              <a:t>size=28</a:t>
            </a:r>
          </a:p>
          <a:p>
            <a:r>
              <a:rPr lang="en-US" sz="2800"/>
              <a:t>Enter account no, Name and Balances:</a:t>
            </a:r>
          </a:p>
          <a:p>
            <a:r>
              <a:rPr lang="en-US" sz="2800"/>
              <a:t>123 ABCD 2345.50</a:t>
            </a:r>
          </a:p>
          <a:p>
            <a:r>
              <a:rPr lang="en-US" sz="2800"/>
              <a:t>345 DFGR 4523.50</a:t>
            </a:r>
          </a:p>
          <a:p>
            <a:endParaRPr lang="en-US" sz="2800"/>
          </a:p>
          <a:p>
            <a:r>
              <a:rPr lang="en-US" sz="2800"/>
              <a:t>123 ABCD 2345.500000</a:t>
            </a:r>
          </a:p>
          <a:p>
            <a:r>
              <a:rPr lang="en-US" sz="2800"/>
              <a:t>345 DFGR 4523.500000Press any key to continue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E38C5-CB7A-4963-A567-300CA4BCF8FF}" type="slidenum">
              <a:rPr lang="en-US"/>
              <a:pPr/>
              <a:t>5</a:t>
            </a:fld>
            <a:endParaRPr 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04800" y="228600"/>
            <a:ext cx="807720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u="sng"/>
              <a:t>Structures can be declared by the following means:</a:t>
            </a:r>
          </a:p>
          <a:p>
            <a:endParaRPr lang="en-US" sz="2400" b="1" u="sng"/>
          </a:p>
          <a:p>
            <a:r>
              <a:rPr lang="en-US" sz="2400"/>
              <a:t>struct account</a:t>
            </a:r>
          </a:p>
          <a:p>
            <a:r>
              <a:rPr lang="en-US" sz="2400"/>
              <a:t>	{</a:t>
            </a:r>
          </a:p>
          <a:p>
            <a:r>
              <a:rPr lang="en-US" sz="2400"/>
              <a:t>		int acc_no;</a:t>
            </a:r>
          </a:p>
          <a:p>
            <a:r>
              <a:rPr lang="en-US" sz="2400"/>
              <a:t>		char acc_name[20];</a:t>
            </a:r>
          </a:p>
          <a:p>
            <a:r>
              <a:rPr lang="en-US" sz="2400"/>
              <a:t>		float acc_balance;</a:t>
            </a:r>
          </a:p>
          <a:p>
            <a:r>
              <a:rPr lang="en-US" sz="2400"/>
              <a:t>	}; //semicolon is a must</a:t>
            </a:r>
          </a:p>
          <a:p>
            <a:r>
              <a:rPr lang="en-US" sz="2400"/>
              <a:t>	struct account a1, a2={123,”Naveen”,12345.50};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28600" y="3965575"/>
            <a:ext cx="82296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struct account</a:t>
            </a:r>
          </a:p>
          <a:p>
            <a:r>
              <a:rPr lang="en-US" sz="2400"/>
              <a:t>	{</a:t>
            </a:r>
          </a:p>
          <a:p>
            <a:r>
              <a:rPr lang="en-US" sz="2400"/>
              <a:t>		int acc_no;</a:t>
            </a:r>
          </a:p>
          <a:p>
            <a:r>
              <a:rPr lang="en-US" sz="2400"/>
              <a:t>		char acc_name[20];</a:t>
            </a:r>
          </a:p>
          <a:p>
            <a:r>
              <a:rPr lang="en-US" sz="2400"/>
              <a:t>		float acc_balance;</a:t>
            </a:r>
          </a:p>
          <a:p>
            <a:r>
              <a:rPr lang="en-US" sz="2400"/>
              <a:t>	} a1, a2={123,”Naveen”,12345.50};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6F8C8-212C-4005-B606-5944740B4CA2}" type="slidenum">
              <a:rPr lang="en-US"/>
              <a:pPr/>
              <a:t>6</a:t>
            </a:fld>
            <a:endParaRPr 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2400" y="304800"/>
            <a:ext cx="8915400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 u="sng"/>
              <a:t>//Array of Structures</a:t>
            </a:r>
          </a:p>
          <a:p>
            <a:r>
              <a:rPr lang="en-US" sz="2000"/>
              <a:t>main()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struct account</a:t>
            </a:r>
          </a:p>
          <a:p>
            <a:r>
              <a:rPr lang="en-US" sz="2000"/>
              <a:t>	{</a:t>
            </a:r>
          </a:p>
          <a:p>
            <a:r>
              <a:rPr lang="en-US" sz="2000"/>
              <a:t>		int acc_no;</a:t>
            </a:r>
          </a:p>
          <a:p>
            <a:r>
              <a:rPr lang="en-US" sz="2000"/>
              <a:t>		char acc_name[20];</a:t>
            </a:r>
          </a:p>
          <a:p>
            <a:r>
              <a:rPr lang="en-US" sz="2000"/>
              <a:t>		float acc_balance;</a:t>
            </a:r>
          </a:p>
          <a:p>
            <a:r>
              <a:rPr lang="en-US" sz="2000"/>
              <a:t>	};</a:t>
            </a:r>
          </a:p>
          <a:p>
            <a:r>
              <a:rPr lang="en-US" sz="2000"/>
              <a:t>	struct account a[10];</a:t>
            </a:r>
          </a:p>
          <a:p>
            <a:r>
              <a:rPr lang="en-US" sz="2000"/>
              <a:t>//This provides space in memory for 10 structures of the type </a:t>
            </a:r>
            <a:r>
              <a:rPr lang="en-US" sz="2000" b="1"/>
              <a:t>struct account</a:t>
            </a:r>
          </a:p>
          <a:p>
            <a:r>
              <a:rPr lang="en-US" sz="2000"/>
              <a:t>	int i;</a:t>
            </a:r>
          </a:p>
          <a:p>
            <a:r>
              <a:rPr lang="en-US" sz="2000"/>
              <a:t>	for(i=0;i&lt;10;i++)</a:t>
            </a:r>
          </a:p>
          <a:p>
            <a:r>
              <a:rPr lang="en-US" sz="2000"/>
              <a:t>	{</a:t>
            </a:r>
          </a:p>
          <a:p>
            <a:r>
              <a:rPr lang="en-US" sz="2000"/>
              <a:t>	printf("\nEnter account no, Name and Balance:\n");</a:t>
            </a:r>
          </a:p>
          <a:p>
            <a:r>
              <a:rPr lang="en-US" sz="2000"/>
              <a:t>	scanf("%d %s %f",&amp;a[i].acc_no,a[i].acc_name,&amp;a[i].acc_balance);</a:t>
            </a:r>
          </a:p>
          <a:p>
            <a:r>
              <a:rPr lang="en-US" sz="2000"/>
              <a:t>	}</a:t>
            </a:r>
          </a:p>
          <a:p>
            <a:r>
              <a:rPr lang="en-US" sz="2000"/>
              <a:t>	for(i=0;i&lt;10;i++)</a:t>
            </a:r>
          </a:p>
          <a:p>
            <a:r>
              <a:rPr lang="en-US" sz="2000"/>
              <a:t>	   printf("\n%d %s %f",a[i].acc_no,a[i].acc_name,a[i].acc_balance);</a:t>
            </a:r>
          </a:p>
          <a:p>
            <a:r>
              <a:rPr 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0376-32A8-4A8D-8F9E-78F0C174BD29}" type="slidenum">
              <a:rPr lang="en-US"/>
              <a:pPr/>
              <a:t>7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Point to Remember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r>
              <a:rPr lang="en-US"/>
              <a:t>Structure elements are always stored in adjacent memory locations.</a:t>
            </a:r>
          </a:p>
          <a:p>
            <a:r>
              <a:rPr lang="en-US"/>
              <a:t>In an array of structures all elements of the array are stored in adjacent memory locations.</a:t>
            </a:r>
          </a:p>
          <a:p>
            <a:r>
              <a:rPr lang="en-US"/>
              <a:t>In the previous example, a[0]’s account number, name and balance in memory would be immediately followed by a[1]’s account number, name and balance and so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0492-57CD-4C5D-8925-5DBE78F84362}" type="slidenum">
              <a:rPr lang="en-US"/>
              <a:pPr/>
              <a:t>8</a:t>
            </a:fld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/>
              <a:t>The values of a structure variable can be assigned to another structure variable of the </a:t>
            </a:r>
            <a:r>
              <a:rPr lang="en-US" b="1" u="sng"/>
              <a:t>same</a:t>
            </a:r>
            <a:r>
              <a:rPr lang="en-US"/>
              <a:t> type using the assignment operator.</a:t>
            </a:r>
          </a:p>
          <a:p>
            <a:r>
              <a:rPr lang="en-US"/>
              <a:t>It is not necessary to copy the structure elements piece-meal (one-by-one).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45BB-206E-4EFA-90C9-77B353668927}" type="slidenum">
              <a:rPr lang="en-US"/>
              <a:pPr/>
              <a:t>9</a:t>
            </a:fld>
            <a:endParaRPr lang="en-US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52400" y="225425"/>
            <a:ext cx="8839200" cy="649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main()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struct employee</a:t>
            </a:r>
          </a:p>
          <a:p>
            <a:r>
              <a:rPr lang="en-US" sz="2000"/>
              <a:t>	{</a:t>
            </a:r>
          </a:p>
          <a:p>
            <a:r>
              <a:rPr lang="en-US" sz="2000"/>
              <a:t>		char name[10];</a:t>
            </a:r>
          </a:p>
          <a:p>
            <a:r>
              <a:rPr lang="en-US" sz="2000"/>
              <a:t>		int age;</a:t>
            </a:r>
          </a:p>
          <a:p>
            <a:r>
              <a:rPr lang="en-US" sz="2000"/>
              <a:t>		float salary;</a:t>
            </a:r>
          </a:p>
          <a:p>
            <a:r>
              <a:rPr lang="en-US" sz="2000"/>
              <a:t>	}e1={"ABC",30,15000.50},e2,e3;</a:t>
            </a:r>
          </a:p>
          <a:p>
            <a:r>
              <a:rPr lang="en-US" sz="2000"/>
              <a:t>	</a:t>
            </a:r>
          </a:p>
          <a:p>
            <a:r>
              <a:rPr lang="en-US" sz="2000"/>
              <a:t>	</a:t>
            </a:r>
            <a:r>
              <a:rPr lang="en-US" sz="2000" b="1"/>
              <a:t>//piece-meal copying</a:t>
            </a:r>
          </a:p>
          <a:p>
            <a:r>
              <a:rPr lang="en-US" sz="2000"/>
              <a:t>	strcpy(e2.name,e1.name);</a:t>
            </a:r>
          </a:p>
          <a:p>
            <a:r>
              <a:rPr lang="en-US" sz="2000"/>
              <a:t>	e2.age=e1.age;</a:t>
            </a:r>
          </a:p>
          <a:p>
            <a:r>
              <a:rPr lang="en-US" sz="2000"/>
              <a:t>	e2.salary=e1.salary;</a:t>
            </a:r>
          </a:p>
          <a:p>
            <a:endParaRPr lang="en-US" sz="2000"/>
          </a:p>
          <a:p>
            <a:r>
              <a:rPr lang="en-US" sz="2000"/>
              <a:t>	</a:t>
            </a:r>
            <a:r>
              <a:rPr lang="en-US" sz="2000" b="1"/>
              <a:t>//copying all elements at one go</a:t>
            </a:r>
          </a:p>
          <a:p>
            <a:r>
              <a:rPr lang="en-US" sz="2000"/>
              <a:t>	e3=e2;</a:t>
            </a:r>
          </a:p>
          <a:p>
            <a:endParaRPr lang="en-US" sz="2000"/>
          </a:p>
          <a:p>
            <a:r>
              <a:rPr lang="en-US" sz="2000"/>
              <a:t>	printf("\nThrough e1: %s,%d,%f",e1.name,e1.age,e1.salary);</a:t>
            </a:r>
          </a:p>
          <a:p>
            <a:r>
              <a:rPr lang="en-US" sz="2000"/>
              <a:t>	printf("\nThrough e2: %s,%d,%f",e2.name,e2.age,e2.salary);</a:t>
            </a:r>
          </a:p>
          <a:p>
            <a:r>
              <a:rPr lang="en-US" sz="2000"/>
              <a:t>	printf("\nThrough e3: %s,%d,%f\n",e3.name,e3.age,e3.salary);</a:t>
            </a:r>
          </a:p>
          <a:p>
            <a:r>
              <a:rPr 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60BE7-359A-4751-93F2-82BC19D173BD}" type="slidenum">
              <a:rPr lang="en-US"/>
              <a:pPr/>
              <a:t>10</a:t>
            </a:fld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33400" y="990600"/>
            <a:ext cx="67818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u="sng"/>
              <a:t>OUTPUT:</a:t>
            </a:r>
          </a:p>
          <a:p>
            <a:r>
              <a:rPr lang="en-US" sz="2800"/>
              <a:t>Through e1: ABC,30,15000.500000</a:t>
            </a:r>
          </a:p>
          <a:p>
            <a:r>
              <a:rPr lang="en-US" sz="2800"/>
              <a:t>Through e2: ABC,30,15000.500000</a:t>
            </a:r>
          </a:p>
          <a:p>
            <a:r>
              <a:rPr lang="en-US" sz="2800"/>
              <a:t>Through e3: ABC,30,15000.500000</a:t>
            </a:r>
          </a:p>
          <a:p>
            <a:r>
              <a:rPr lang="en-US" sz="2800"/>
              <a:t>Press any key to continue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2284-ABD9-45A8-81F5-1442A13A41DF}" type="slidenum">
              <a:rPr lang="en-US"/>
              <a:pPr/>
              <a:t>11</a:t>
            </a:fld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52400" y="76200"/>
            <a:ext cx="8382000" cy="666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/>
              <a:t>//Nesting of structures</a:t>
            </a:r>
          </a:p>
          <a:p>
            <a:r>
              <a:rPr lang="en-US" sz="2400"/>
              <a:t>main()</a:t>
            </a:r>
          </a:p>
          <a:p>
            <a:r>
              <a:rPr lang="en-US" sz="2400"/>
              <a:t>{</a:t>
            </a:r>
          </a:p>
          <a:p>
            <a:r>
              <a:rPr lang="en-US" sz="2400"/>
              <a:t>	struct address</a:t>
            </a:r>
          </a:p>
          <a:p>
            <a:r>
              <a:rPr lang="en-US" sz="2400"/>
              <a:t>	{</a:t>
            </a:r>
          </a:p>
          <a:p>
            <a:r>
              <a:rPr lang="en-US" sz="2400"/>
              <a:t>		char phone[15];</a:t>
            </a:r>
          </a:p>
          <a:p>
            <a:r>
              <a:rPr lang="en-US" sz="2400"/>
              <a:t>		char city[25];</a:t>
            </a:r>
          </a:p>
          <a:p>
            <a:r>
              <a:rPr lang="en-US" sz="2400"/>
              <a:t>		int pin;</a:t>
            </a:r>
          </a:p>
          <a:p>
            <a:r>
              <a:rPr lang="en-US" sz="2400"/>
              <a:t>	};</a:t>
            </a:r>
          </a:p>
          <a:p>
            <a:r>
              <a:rPr lang="en-US" sz="2400"/>
              <a:t>	struct emp</a:t>
            </a:r>
          </a:p>
          <a:p>
            <a:r>
              <a:rPr lang="en-US" sz="2400"/>
              <a:t>	{</a:t>
            </a:r>
          </a:p>
          <a:p>
            <a:r>
              <a:rPr lang="en-US" sz="2400"/>
              <a:t>		char name[25];</a:t>
            </a:r>
          </a:p>
          <a:p>
            <a:r>
              <a:rPr lang="en-US" sz="2400"/>
              <a:t>		</a:t>
            </a:r>
            <a:r>
              <a:rPr lang="en-US" sz="2400" b="1"/>
              <a:t>struct address a;</a:t>
            </a:r>
          </a:p>
          <a:p>
            <a:r>
              <a:rPr lang="en-US" sz="2400"/>
              <a:t>	}e={"Naveen","1234567","Lucknow",226022};</a:t>
            </a:r>
          </a:p>
          <a:p>
            <a:endParaRPr lang="en-US" sz="2400"/>
          </a:p>
          <a:p>
            <a:r>
              <a:rPr lang="en-US" sz="2400"/>
              <a:t>	printf("\nname=%s,phone=%s",</a:t>
            </a:r>
            <a:r>
              <a:rPr lang="en-US" sz="2400" b="1"/>
              <a:t>e.name</a:t>
            </a:r>
            <a:r>
              <a:rPr lang="en-US" sz="2400"/>
              <a:t>,</a:t>
            </a:r>
            <a:r>
              <a:rPr lang="en-US" sz="2400" b="1"/>
              <a:t>e.a.phone</a:t>
            </a:r>
            <a:r>
              <a:rPr lang="en-US" sz="2400"/>
              <a:t>);</a:t>
            </a:r>
          </a:p>
          <a:p>
            <a:r>
              <a:rPr lang="en-US" sz="2400"/>
              <a:t>	printf("\ncity=%s,pin=%d\n",e.a.city,e.a.pin);</a:t>
            </a:r>
          </a:p>
          <a:p>
            <a:r>
              <a:rPr lang="en-US" sz="24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7C7B-FC3B-4FD7-A653-84F5AC4D454D}" type="slidenum">
              <a:rPr lang="en-US"/>
              <a:pPr/>
              <a:t>12</a:t>
            </a:fld>
            <a:endParaRPr 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762000" y="838200"/>
            <a:ext cx="5791200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u="sng"/>
              <a:t>OUTPUT:</a:t>
            </a:r>
          </a:p>
          <a:p>
            <a:r>
              <a:rPr lang="en-US" sz="2800"/>
              <a:t>name=Naveen, phone=1234567</a:t>
            </a:r>
          </a:p>
          <a:p>
            <a:r>
              <a:rPr lang="en-US" sz="2800"/>
              <a:t>city=Lucknow, pin=226022</a:t>
            </a:r>
          </a:p>
          <a:p>
            <a:r>
              <a:rPr lang="en-US" sz="2800"/>
              <a:t>Press any key to continue</a:t>
            </a:r>
          </a:p>
          <a:p>
            <a:pPr>
              <a:spcBef>
                <a:spcPct val="50000"/>
              </a:spcBef>
            </a:pPr>
            <a:endParaRPr lang="en-US" sz="280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28600" y="3352800"/>
            <a:ext cx="8229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just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/>
              <a:t>maruti.engine.bolt.large.quantity</a:t>
            </a:r>
          </a:p>
          <a:p>
            <a:r>
              <a:rPr lang="en-US"/>
              <a:t>This means we are referring to the quantity of large bolts which fit on an engine of a maruti car.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8E44-5E72-483C-A964-D31395771034}" type="slidenum">
              <a:rPr lang="en-US"/>
              <a:pPr/>
              <a:t>13</a:t>
            </a:fld>
            <a:endParaRPr lang="en-US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52400" y="60325"/>
            <a:ext cx="838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/>
              <a:t>//Passing individual structure elements to a function</a:t>
            </a:r>
          </a:p>
          <a:p>
            <a:r>
              <a:rPr lang="en-US" sz="2000"/>
              <a:t>void display(char*,char*,int);</a:t>
            </a:r>
          </a:p>
          <a:p>
            <a:r>
              <a:rPr lang="en-US" sz="2000"/>
              <a:t>main()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struct book</a:t>
            </a:r>
          </a:p>
          <a:p>
            <a:r>
              <a:rPr lang="en-US" sz="2000"/>
              <a:t>	{</a:t>
            </a:r>
          </a:p>
          <a:p>
            <a:r>
              <a:rPr lang="en-US" sz="2000"/>
              <a:t>		char name[25];</a:t>
            </a:r>
          </a:p>
          <a:p>
            <a:r>
              <a:rPr lang="en-US" sz="2000"/>
              <a:t>		char author[25];</a:t>
            </a:r>
          </a:p>
          <a:p>
            <a:r>
              <a:rPr lang="en-US" sz="2000"/>
              <a:t>		int pages;</a:t>
            </a:r>
          </a:p>
          <a:p>
            <a:r>
              <a:rPr lang="en-US" sz="2000"/>
              <a:t>	} b={"Let Us C","YPK",700};</a:t>
            </a:r>
          </a:p>
          <a:p>
            <a:r>
              <a:rPr lang="en-US" sz="2000"/>
              <a:t>	</a:t>
            </a:r>
            <a:r>
              <a:rPr lang="en-US" sz="2000" b="1"/>
              <a:t>display(b.name,b.author,b.pages);</a:t>
            </a:r>
          </a:p>
          <a:p>
            <a:pPr algn="just"/>
            <a:r>
              <a:rPr lang="en-US" sz="2000"/>
              <a:t>/*Here we are passing the base addresses of the arrays </a:t>
            </a:r>
            <a:r>
              <a:rPr lang="en-US" sz="2000" b="1"/>
              <a:t>name</a:t>
            </a:r>
            <a:r>
              <a:rPr lang="en-US" sz="2000"/>
              <a:t> and </a:t>
            </a:r>
            <a:r>
              <a:rPr lang="en-US" sz="2000" b="1"/>
              <a:t>author</a:t>
            </a:r>
            <a:r>
              <a:rPr lang="en-US" sz="2000"/>
              <a:t>, but the value stored in </a:t>
            </a:r>
            <a:r>
              <a:rPr lang="en-US" sz="2000" b="1"/>
              <a:t>pages</a:t>
            </a:r>
            <a:r>
              <a:rPr lang="en-US" sz="2000"/>
              <a:t>. Thus, this is a mixed call: a call by reference as well as a call by value</a:t>
            </a:r>
          </a:p>
          <a:p>
            <a:pPr algn="just"/>
            <a:r>
              <a:rPr lang="en-US" sz="2000"/>
              <a:t>*/</a:t>
            </a:r>
          </a:p>
          <a:p>
            <a:r>
              <a:rPr lang="en-US" sz="2000"/>
              <a:t>}</a:t>
            </a:r>
          </a:p>
          <a:p>
            <a:r>
              <a:rPr lang="en-US" sz="2000"/>
              <a:t>void display(char *s,char *t,int n)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printf("\nname=%s",s);</a:t>
            </a:r>
          </a:p>
          <a:p>
            <a:r>
              <a:rPr lang="en-US" sz="2000"/>
              <a:t>	printf("\nauthor=%s",t);</a:t>
            </a:r>
          </a:p>
          <a:p>
            <a:r>
              <a:rPr lang="en-US" sz="2000"/>
              <a:t>	printf("\nNumber of pages=%d\n",n);</a:t>
            </a:r>
          </a:p>
          <a:p>
            <a:r>
              <a:rPr lang="en-US" sz="2000"/>
              <a:t>}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5791200" y="4876800"/>
            <a:ext cx="3048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u="sng"/>
              <a:t>OUTPUT:</a:t>
            </a:r>
          </a:p>
          <a:p>
            <a:r>
              <a:rPr lang="en-US"/>
              <a:t>name=Let Us C</a:t>
            </a:r>
          </a:p>
          <a:p>
            <a:r>
              <a:rPr lang="en-US"/>
              <a:t>author=YPK</a:t>
            </a:r>
          </a:p>
          <a:p>
            <a:r>
              <a:rPr lang="en-US"/>
              <a:t>Number of pages=700</a:t>
            </a:r>
          </a:p>
          <a:p>
            <a:r>
              <a:rPr lang="en-US"/>
              <a:t>Press any key to continue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29D7-3D3B-4D6C-9DA9-4509DE17F850}" type="slidenum">
              <a:rPr lang="en-US"/>
              <a:pPr/>
              <a:t>14</a:t>
            </a:fld>
            <a:endParaRPr 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81000" y="361950"/>
            <a:ext cx="7772400" cy="588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/>
              <a:t>//Passing entire structure variable at a time to a function</a:t>
            </a:r>
          </a:p>
          <a:p>
            <a:r>
              <a:rPr lang="en-US" sz="2000"/>
              <a:t>void display(struct book);</a:t>
            </a:r>
          </a:p>
          <a:p>
            <a:r>
              <a:rPr lang="en-US" sz="2000"/>
              <a:t>struct book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char name[25];</a:t>
            </a:r>
          </a:p>
          <a:p>
            <a:r>
              <a:rPr lang="en-US" sz="2000"/>
              <a:t>	char author[25];</a:t>
            </a:r>
          </a:p>
          <a:p>
            <a:r>
              <a:rPr lang="en-US" sz="2000"/>
              <a:t>	int pages;</a:t>
            </a:r>
          </a:p>
          <a:p>
            <a:r>
              <a:rPr lang="en-US" sz="2000"/>
              <a:t>};</a:t>
            </a:r>
          </a:p>
          <a:p>
            <a:r>
              <a:rPr lang="en-US" sz="2000"/>
              <a:t>main()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struct book b1={"Let Us C","YPK",700};</a:t>
            </a:r>
          </a:p>
          <a:p>
            <a:r>
              <a:rPr lang="en-US" sz="2000"/>
              <a:t>	</a:t>
            </a:r>
            <a:r>
              <a:rPr lang="en-US" sz="2000" b="1"/>
              <a:t>display(b1);</a:t>
            </a:r>
          </a:p>
          <a:p>
            <a:r>
              <a:rPr lang="en-US" sz="2000"/>
              <a:t>}</a:t>
            </a:r>
          </a:p>
          <a:p>
            <a:r>
              <a:rPr lang="en-US" sz="2000"/>
              <a:t>void display(struct book b)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printf("\nname=%s",b.name);</a:t>
            </a:r>
          </a:p>
          <a:p>
            <a:r>
              <a:rPr lang="en-US" sz="2000"/>
              <a:t>	printf("\nauthor=%s",b.author);</a:t>
            </a:r>
          </a:p>
          <a:p>
            <a:r>
              <a:rPr lang="en-US" sz="2000"/>
              <a:t>	printf("\nNumber of pages=%d\n",b.pages);</a:t>
            </a:r>
          </a:p>
          <a:p>
            <a:r>
              <a:rPr 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CACBE-5DCD-4D75-8629-5C3F89B70A71}" type="slidenum">
              <a:rPr lang="en-US"/>
              <a:pPr/>
              <a:t>15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Point to Remember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</a:t>
            </a:r>
            <a:r>
              <a:rPr lang="en-US" b="1"/>
              <a:t>struct book</a:t>
            </a:r>
            <a:r>
              <a:rPr lang="en-US"/>
              <a:t> has been defined outside </a:t>
            </a:r>
            <a:r>
              <a:rPr lang="en-US" b="1"/>
              <a:t>main()</a:t>
            </a:r>
            <a:r>
              <a:rPr lang="en-US"/>
              <a:t>.</a:t>
            </a:r>
          </a:p>
          <a:p>
            <a:r>
              <a:rPr lang="en-US"/>
              <a:t>It is so because the data type </a:t>
            </a:r>
            <a:r>
              <a:rPr lang="en-US" b="1"/>
              <a:t>struct book</a:t>
            </a:r>
            <a:r>
              <a:rPr lang="en-US"/>
              <a:t> is not known to the function </a:t>
            </a:r>
            <a:r>
              <a:rPr lang="en-US" b="1"/>
              <a:t>display()</a:t>
            </a:r>
            <a:r>
              <a:rPr lang="en-US"/>
              <a:t>.</a:t>
            </a:r>
          </a:p>
          <a:p>
            <a:r>
              <a:rPr lang="en-US"/>
              <a:t>Defining </a:t>
            </a:r>
            <a:r>
              <a:rPr lang="en-US" b="1"/>
              <a:t>struct book</a:t>
            </a:r>
            <a:r>
              <a:rPr lang="en-US"/>
              <a:t> before any function makes it available to all the functions in the program.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66E02-A298-428D-8B50-987393B0DD0A}" type="slidenum">
              <a:rPr lang="en-US"/>
              <a:pPr/>
              <a:t>16</a:t>
            </a:fld>
            <a:endParaRPr 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81000" y="533400"/>
            <a:ext cx="8305800" cy="561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/>
              <a:t>//Usage of a Structure pointer</a:t>
            </a:r>
          </a:p>
          <a:p>
            <a:r>
              <a:rPr lang="en-US"/>
              <a:t>main()</a:t>
            </a:r>
          </a:p>
          <a:p>
            <a:r>
              <a:rPr lang="en-US"/>
              <a:t>{</a:t>
            </a:r>
          </a:p>
          <a:p>
            <a:r>
              <a:rPr lang="en-US"/>
              <a:t>	struct book</a:t>
            </a:r>
          </a:p>
          <a:p>
            <a:r>
              <a:rPr lang="en-US"/>
              <a:t>	{</a:t>
            </a:r>
          </a:p>
          <a:p>
            <a:r>
              <a:rPr lang="en-US"/>
              <a:t>		char name[25];</a:t>
            </a:r>
          </a:p>
          <a:p>
            <a:r>
              <a:rPr lang="en-US"/>
              <a:t>		char author[25];</a:t>
            </a:r>
          </a:p>
          <a:p>
            <a:r>
              <a:rPr lang="en-US"/>
              <a:t>		int pages;</a:t>
            </a:r>
          </a:p>
          <a:p>
            <a:r>
              <a:rPr lang="en-US"/>
              <a:t>	} b={"Let Us C","YPK",700};</a:t>
            </a:r>
          </a:p>
          <a:p>
            <a:r>
              <a:rPr lang="en-US"/>
              <a:t>   struct book *ptr;</a:t>
            </a:r>
          </a:p>
          <a:p>
            <a:r>
              <a:rPr lang="en-US"/>
              <a:t>   ptr=&amp;b; </a:t>
            </a:r>
          </a:p>
          <a:p>
            <a:r>
              <a:rPr lang="en-US"/>
              <a:t>  //</a:t>
            </a:r>
            <a:r>
              <a:rPr lang="en-US" b="1"/>
              <a:t>ptr</a:t>
            </a:r>
            <a:r>
              <a:rPr lang="en-US"/>
              <a:t> will contain the base address of </a:t>
            </a:r>
            <a:r>
              <a:rPr lang="en-US" b="1"/>
              <a:t>b</a:t>
            </a:r>
            <a:r>
              <a:rPr lang="en-US"/>
              <a:t> i.e. the address of the character </a:t>
            </a:r>
            <a:r>
              <a:rPr lang="en-US" b="1"/>
              <a:t>‘L’</a:t>
            </a:r>
          </a:p>
          <a:p>
            <a:endParaRPr lang="en-US"/>
          </a:p>
          <a:p>
            <a:r>
              <a:rPr lang="en-US" b="1"/>
              <a:t>  //printing using structure variable</a:t>
            </a:r>
          </a:p>
          <a:p>
            <a:r>
              <a:rPr lang="en-US"/>
              <a:t>  printf("\nname=%s,author=%s,pages=%d",b.name,b.author,b.pages);</a:t>
            </a:r>
          </a:p>
          <a:p>
            <a:r>
              <a:rPr lang="en-US"/>
              <a:t>  </a:t>
            </a:r>
          </a:p>
          <a:p>
            <a:r>
              <a:rPr lang="en-US" b="1"/>
              <a:t>  //printing using structure pointer</a:t>
            </a:r>
          </a:p>
          <a:p>
            <a:r>
              <a:rPr lang="en-US"/>
              <a:t>  printf("\nname=%s,author=%s,pages=%d",ptr-&gt;name,ptr-&gt;author,ptr-&gt;pages);</a:t>
            </a:r>
          </a:p>
          <a:p>
            <a:endParaRPr lang="en-US"/>
          </a:p>
          <a:p>
            <a:r>
              <a:rPr lang="en-US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A690-10D1-43B5-ABB0-E99B6F74335D}" type="slidenum">
              <a:rPr lang="en-US"/>
              <a:pPr/>
              <a:t>17</a:t>
            </a:fld>
            <a:endParaRPr lang="en-US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57200" y="500063"/>
            <a:ext cx="77724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/>
              <a:t>//Passing address of a structure variable</a:t>
            </a:r>
          </a:p>
          <a:p>
            <a:r>
              <a:rPr lang="en-US" sz="2000"/>
              <a:t>void display(struct book *);</a:t>
            </a:r>
          </a:p>
          <a:p>
            <a:r>
              <a:rPr lang="en-US" sz="2000"/>
              <a:t>struct book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char name[25];</a:t>
            </a:r>
          </a:p>
          <a:p>
            <a:r>
              <a:rPr lang="en-US" sz="2000"/>
              <a:t>	char author[25];</a:t>
            </a:r>
          </a:p>
          <a:p>
            <a:r>
              <a:rPr lang="en-US" sz="2000"/>
              <a:t>	int pages;</a:t>
            </a:r>
          </a:p>
          <a:p>
            <a:r>
              <a:rPr lang="en-US" sz="2000"/>
              <a:t>};</a:t>
            </a:r>
          </a:p>
          <a:p>
            <a:r>
              <a:rPr lang="en-US" sz="2000"/>
              <a:t>main()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struct book b1={"Let Us C","YPK",700};</a:t>
            </a:r>
          </a:p>
          <a:p>
            <a:r>
              <a:rPr lang="en-US" sz="2000"/>
              <a:t>	display(&amp;b1);</a:t>
            </a:r>
          </a:p>
          <a:p>
            <a:r>
              <a:rPr lang="en-US" sz="2000"/>
              <a:t>}</a:t>
            </a:r>
          </a:p>
          <a:p>
            <a:r>
              <a:rPr lang="en-US" sz="2000"/>
              <a:t>void display(struct book *b)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printf("\nname=%s",b-&gt;name);</a:t>
            </a:r>
          </a:p>
          <a:p>
            <a:r>
              <a:rPr lang="en-US" sz="2000"/>
              <a:t>	printf("\nauthor=%s",b-&gt;author);</a:t>
            </a:r>
          </a:p>
          <a:p>
            <a:r>
              <a:rPr lang="en-US" sz="2000"/>
              <a:t>	printf("\nNumber of pages=%d\n",b-&gt;pages);</a:t>
            </a:r>
          </a:p>
          <a:p>
            <a:r>
              <a:rPr 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1099-A582-4AF0-B416-111AB1BBB9E4}" type="slidenum">
              <a:rPr lang="en-US"/>
              <a:pPr/>
              <a:t>18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Point to Remember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that on the left hand side of the </a:t>
            </a:r>
            <a:r>
              <a:rPr lang="en-US" b="1"/>
              <a:t>‘.’</a:t>
            </a:r>
            <a:r>
              <a:rPr lang="en-US"/>
              <a:t> structure operator, there must always be a structure variable.</a:t>
            </a:r>
          </a:p>
          <a:p>
            <a:r>
              <a:rPr lang="en-US"/>
              <a:t>Whereas on the left hand side of the </a:t>
            </a:r>
            <a:r>
              <a:rPr lang="en-US" b="1"/>
              <a:t>‘-&gt;’</a:t>
            </a:r>
            <a:r>
              <a:rPr lang="en-US"/>
              <a:t> operator, there must always be a pointer to a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427</Words>
  <Application>Microsoft Office PowerPoint</Application>
  <PresentationFormat>On-screen Show (4:3)</PresentationFormat>
  <Paragraphs>228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Default Design</vt:lpstr>
      <vt:lpstr>Structures</vt:lpstr>
      <vt:lpstr>Structure</vt:lpstr>
      <vt:lpstr>PowerPoint Presentation</vt:lpstr>
      <vt:lpstr>PowerPoint Presentation</vt:lpstr>
      <vt:lpstr>PowerPoint Presentation</vt:lpstr>
      <vt:lpstr>PowerPoint Presentation</vt:lpstr>
      <vt:lpstr>Point to Remember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 to Remember</vt:lpstr>
      <vt:lpstr>PowerPoint Presentation</vt:lpstr>
      <vt:lpstr>PowerPoint Presentation</vt:lpstr>
      <vt:lpstr>Point to Remember</vt:lpstr>
    </vt:vector>
  </TitlesOfParts>
  <Company>IISE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 and  Unions</dc:title>
  <dc:creator>Naveen</dc:creator>
  <cp:lastModifiedBy>naveen</cp:lastModifiedBy>
  <cp:revision>92</cp:revision>
  <dcterms:created xsi:type="dcterms:W3CDTF">2004-11-28T12:50:48Z</dcterms:created>
  <dcterms:modified xsi:type="dcterms:W3CDTF">2022-01-10T05:55:30Z</dcterms:modified>
</cp:coreProperties>
</file>